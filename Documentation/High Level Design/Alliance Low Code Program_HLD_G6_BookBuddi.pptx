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Lst>
  <p:notesMasterIdLst>
    <p:notesMasterId r:id="rId105"/>
  </p:notesMasterIdLst>
  <p:sldIdLst>
    <p:sldId id="256" r:id="rId3"/>
    <p:sldId id="301" r:id="rId4"/>
    <p:sldId id="260" r:id="rId5"/>
    <p:sldId id="274" r:id="rId6"/>
    <p:sldId id="302" r:id="rId7"/>
    <p:sldId id="312" r:id="rId8"/>
    <p:sldId id="309" r:id="rId9"/>
    <p:sldId id="311" r:id="rId10"/>
    <p:sldId id="306" r:id="rId11"/>
    <p:sldId id="318" r:id="rId12"/>
    <p:sldId id="319" r:id="rId13"/>
    <p:sldId id="320" r:id="rId14"/>
    <p:sldId id="322" r:id="rId15"/>
    <p:sldId id="323" r:id="rId16"/>
    <p:sldId id="321" r:id="rId17"/>
    <p:sldId id="313" r:id="rId18"/>
    <p:sldId id="314" r:id="rId19"/>
    <p:sldId id="315" r:id="rId20"/>
    <p:sldId id="316" r:id="rId21"/>
    <p:sldId id="317" r:id="rId22"/>
    <p:sldId id="324" r:id="rId23"/>
    <p:sldId id="374" r:id="rId24"/>
    <p:sldId id="325" r:id="rId25"/>
    <p:sldId id="326" r:id="rId26"/>
    <p:sldId id="375" r:id="rId27"/>
    <p:sldId id="327" r:id="rId28"/>
    <p:sldId id="328" r:id="rId29"/>
    <p:sldId id="329" r:id="rId30"/>
    <p:sldId id="376" r:id="rId31"/>
    <p:sldId id="377" r:id="rId32"/>
    <p:sldId id="330" r:id="rId33"/>
    <p:sldId id="331" r:id="rId34"/>
    <p:sldId id="332" r:id="rId35"/>
    <p:sldId id="333" r:id="rId36"/>
    <p:sldId id="334" r:id="rId37"/>
    <p:sldId id="335" r:id="rId38"/>
    <p:sldId id="378" r:id="rId39"/>
    <p:sldId id="379" r:id="rId40"/>
    <p:sldId id="382" r:id="rId41"/>
    <p:sldId id="381" r:id="rId42"/>
    <p:sldId id="380" r:id="rId43"/>
    <p:sldId id="337" r:id="rId44"/>
    <p:sldId id="338" r:id="rId45"/>
    <p:sldId id="339" r:id="rId46"/>
    <p:sldId id="340" r:id="rId47"/>
    <p:sldId id="341" r:id="rId48"/>
    <p:sldId id="383" r:id="rId49"/>
    <p:sldId id="342" r:id="rId50"/>
    <p:sldId id="385" r:id="rId51"/>
    <p:sldId id="343" r:id="rId52"/>
    <p:sldId id="386" r:id="rId53"/>
    <p:sldId id="384" r:id="rId54"/>
    <p:sldId id="344" r:id="rId55"/>
    <p:sldId id="345" r:id="rId56"/>
    <p:sldId id="346" r:id="rId57"/>
    <p:sldId id="347" r:id="rId58"/>
    <p:sldId id="387" r:id="rId59"/>
    <p:sldId id="348" r:id="rId60"/>
    <p:sldId id="349" r:id="rId61"/>
    <p:sldId id="388" r:id="rId62"/>
    <p:sldId id="350" r:id="rId63"/>
    <p:sldId id="389" r:id="rId64"/>
    <p:sldId id="351" r:id="rId65"/>
    <p:sldId id="390" r:id="rId66"/>
    <p:sldId id="352" r:id="rId67"/>
    <p:sldId id="353" r:id="rId68"/>
    <p:sldId id="355" r:id="rId69"/>
    <p:sldId id="391" r:id="rId70"/>
    <p:sldId id="392" r:id="rId71"/>
    <p:sldId id="356" r:id="rId72"/>
    <p:sldId id="357" r:id="rId73"/>
    <p:sldId id="358" r:id="rId74"/>
    <p:sldId id="394" r:id="rId75"/>
    <p:sldId id="393" r:id="rId76"/>
    <p:sldId id="359" r:id="rId77"/>
    <p:sldId id="360" r:id="rId78"/>
    <p:sldId id="395" r:id="rId79"/>
    <p:sldId id="361" r:id="rId80"/>
    <p:sldId id="362" r:id="rId81"/>
    <p:sldId id="396" r:id="rId82"/>
    <p:sldId id="363" r:id="rId83"/>
    <p:sldId id="398" r:id="rId84"/>
    <p:sldId id="397" r:id="rId85"/>
    <p:sldId id="364" r:id="rId86"/>
    <p:sldId id="399" r:id="rId87"/>
    <p:sldId id="365" r:id="rId88"/>
    <p:sldId id="366" r:id="rId89"/>
    <p:sldId id="367" r:id="rId90"/>
    <p:sldId id="368" r:id="rId91"/>
    <p:sldId id="369" r:id="rId92"/>
    <p:sldId id="400" r:id="rId93"/>
    <p:sldId id="370" r:id="rId94"/>
    <p:sldId id="371" r:id="rId95"/>
    <p:sldId id="402" r:id="rId96"/>
    <p:sldId id="403" r:id="rId97"/>
    <p:sldId id="404" r:id="rId98"/>
    <p:sldId id="401" r:id="rId99"/>
    <p:sldId id="405" r:id="rId100"/>
    <p:sldId id="406" r:id="rId101"/>
    <p:sldId id="372" r:id="rId102"/>
    <p:sldId id="373" r:id="rId103"/>
    <p:sldId id="262" r:id="rId104"/>
  </p:sldIdLst>
  <p:sldSz cx="24384000" cy="1371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5789E0-3B28-2954-DB92-66F3B33AECCB}" v="5766" dt="2025-11-18T00:08:58.532"/>
    <p1510:client id="{DA5A92E4-0348-97D0-F9BE-6A2107275784}" v="3259" dt="2025-11-17T21:34:48.559"/>
    <p1510:client id="{E05DA261-4199-A96F-DAE3-AD1EF4E8DA36}" v="262" dt="2025-11-17T14:18:17.956"/>
    <p1510:client id="{E10C145C-4D73-063D-7E73-598932475041}" v="475" dt="2025-11-18T00:26:29.372"/>
    <p1510:client id="{E95C30B5-01F6-5DD3-CC2E-79750F959587}" v="9" dt="2025-11-17T05:26:42.2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viewProps" Target="viewProps.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theme" Target="theme/theme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ableStyles" Target="tableStyle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microsoft.com/office/2016/11/relationships/changesInfo" Target="changesInfos/changesInfo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gerard.rivera@cit.edu" userId="S::urn:spo:guest#marcgerard.rivera@cit.edu::" providerId="AD" clId="Web-{E05DA261-4199-A96F-DAE3-AD1EF4E8DA36}"/>
    <pc:docChg chg="addSld delSld modSld">
      <pc:chgData name="marcgerard.rivera@cit.edu" userId="S::urn:spo:guest#marcgerard.rivera@cit.edu::" providerId="AD" clId="Web-{E05DA261-4199-A96F-DAE3-AD1EF4E8DA36}" dt="2025-11-17T14:18:17.956" v="183"/>
      <pc:docMkLst>
        <pc:docMk/>
      </pc:docMkLst>
      <pc:sldChg chg="modSp">
        <pc:chgData name="marcgerard.rivera@cit.edu" userId="S::urn:spo:guest#marcgerard.rivera@cit.edu::" providerId="AD" clId="Web-{E05DA261-4199-A96F-DAE3-AD1EF4E8DA36}" dt="2025-11-17T13:55:19.010" v="181"/>
        <pc:sldMkLst>
          <pc:docMk/>
          <pc:sldMk cId="3524111229" sldId="301"/>
        </pc:sldMkLst>
        <pc:graphicFrameChg chg="mod modGraphic">
          <ac:chgData name="marcgerard.rivera@cit.edu" userId="S::urn:spo:guest#marcgerard.rivera@cit.edu::" providerId="AD" clId="Web-{E05DA261-4199-A96F-DAE3-AD1EF4E8DA36}" dt="2025-11-17T13:55:19.010" v="181"/>
          <ac:graphicFrameMkLst>
            <pc:docMk/>
            <pc:sldMk cId="3524111229" sldId="301"/>
            <ac:graphicFrameMk id="7" creationId="{23E76ECC-4536-4865-8AD7-1B0194E384F6}"/>
          </ac:graphicFrameMkLst>
        </pc:graphicFrameChg>
      </pc:sldChg>
      <pc:sldChg chg="modSp">
        <pc:chgData name="marcgerard.rivera@cit.edu" userId="S::urn:spo:guest#marcgerard.rivera@cit.edu::" providerId="AD" clId="Web-{E05DA261-4199-A96F-DAE3-AD1EF4E8DA36}" dt="2025-11-17T13:51:51.097" v="7"/>
        <pc:sldMkLst>
          <pc:docMk/>
          <pc:sldMk cId="2113656223" sldId="308"/>
        </pc:sldMkLst>
        <pc:graphicFrameChg chg="mod modGraphic">
          <ac:chgData name="marcgerard.rivera@cit.edu" userId="S::urn:spo:guest#marcgerard.rivera@cit.edu::" providerId="AD" clId="Web-{E05DA261-4199-A96F-DAE3-AD1EF4E8DA36}" dt="2025-11-17T13:51:51.097" v="7"/>
          <ac:graphicFrameMkLst>
            <pc:docMk/>
            <pc:sldMk cId="2113656223" sldId="308"/>
            <ac:graphicFrameMk id="7" creationId="{43A663C9-2214-4AEB-D142-F5888AA39BC3}"/>
          </ac:graphicFrameMkLst>
        </pc:graphicFrameChg>
      </pc:sldChg>
      <pc:sldChg chg="add del replId">
        <pc:chgData name="marcgerard.rivera@cit.edu" userId="S::urn:spo:guest#marcgerard.rivera@cit.edu::" providerId="AD" clId="Web-{E05DA261-4199-A96F-DAE3-AD1EF4E8DA36}" dt="2025-11-17T14:18:17.956" v="183"/>
        <pc:sldMkLst>
          <pc:docMk/>
          <pc:sldMk cId="1205852779" sldId="309"/>
        </pc:sldMkLst>
      </pc:sldChg>
    </pc:docChg>
  </pc:docChgLst>
  <pc:docChgLst>
    <pc:chgData name="elwison.denampo@cit.edu" userId="S::urn:spo:guest#elwison.denampo@cit.edu::" providerId="AD" clId="Web-{DA5A92E4-0348-97D0-F9BE-6A2107275784}"/>
    <pc:docChg chg="addSld delSld modSld sldOrd">
      <pc:chgData name="elwison.denampo@cit.edu" userId="S::urn:spo:guest#elwison.denampo@cit.edu::" providerId="AD" clId="Web-{DA5A92E4-0348-97D0-F9BE-6A2107275784}" dt="2025-11-17T21:34:48.559" v="2006"/>
      <pc:docMkLst>
        <pc:docMk/>
      </pc:docMkLst>
      <pc:sldChg chg="addSp delSp modSp">
        <pc:chgData name="elwison.denampo@cit.edu" userId="S::urn:spo:guest#elwison.denampo@cit.edu::" providerId="AD" clId="Web-{DA5A92E4-0348-97D0-F9BE-6A2107275784}" dt="2025-11-17T18:51:37.524" v="26" actId="1076"/>
        <pc:sldMkLst>
          <pc:docMk/>
          <pc:sldMk cId="0" sldId="256"/>
        </pc:sldMkLst>
        <pc:spChg chg="del">
          <ac:chgData name="elwison.denampo@cit.edu" userId="S::urn:spo:guest#elwison.denampo@cit.edu::" providerId="AD" clId="Web-{DA5A92E4-0348-97D0-F9BE-6A2107275784}" dt="2025-11-17T18:50:47.679" v="7"/>
          <ac:spMkLst>
            <pc:docMk/>
            <pc:sldMk cId="0" sldId="256"/>
            <ac:spMk id="2" creationId="{96CC4096-DA6E-EAF9-ED01-C8D66B2C7D28}"/>
          </ac:spMkLst>
        </pc:spChg>
        <pc:spChg chg="mod">
          <ac:chgData name="elwison.denampo@cit.edu" userId="S::urn:spo:guest#elwison.denampo@cit.edu::" providerId="AD" clId="Web-{DA5A92E4-0348-97D0-F9BE-6A2107275784}" dt="2025-11-17T18:51:37.509" v="24" actId="1076"/>
          <ac:spMkLst>
            <pc:docMk/>
            <pc:sldMk cId="0" sldId="256"/>
            <ac:spMk id="118" creationId="{00000000-0000-0000-0000-000000000000}"/>
          </ac:spMkLst>
        </pc:spChg>
        <pc:spChg chg="mod">
          <ac:chgData name="elwison.denampo@cit.edu" userId="S::urn:spo:guest#elwison.denampo@cit.edu::" providerId="AD" clId="Web-{DA5A92E4-0348-97D0-F9BE-6A2107275784}" dt="2025-11-17T18:51:37.524" v="25" actId="1076"/>
          <ac:spMkLst>
            <pc:docMk/>
            <pc:sldMk cId="0" sldId="256"/>
            <ac:spMk id="119" creationId="{00000000-0000-0000-0000-000000000000}"/>
          </ac:spMkLst>
        </pc:spChg>
        <pc:picChg chg="add mod">
          <ac:chgData name="elwison.denampo@cit.edu" userId="S::urn:spo:guest#elwison.denampo@cit.edu::" providerId="AD" clId="Web-{DA5A92E4-0348-97D0-F9BE-6A2107275784}" dt="2025-11-17T18:51:37.524" v="26" actId="1076"/>
          <ac:picMkLst>
            <pc:docMk/>
            <pc:sldMk cId="0" sldId="256"/>
            <ac:picMk id="3" creationId="{58625E24-D8F3-A7CB-9561-6CC30E4372A1}"/>
          </ac:picMkLst>
        </pc:picChg>
        <pc:picChg chg="del">
          <ac:chgData name="elwison.denampo@cit.edu" userId="S::urn:spo:guest#elwison.denampo@cit.edu::" providerId="AD" clId="Web-{DA5A92E4-0348-97D0-F9BE-6A2107275784}" dt="2025-11-17T18:50:15.659" v="0"/>
          <ac:picMkLst>
            <pc:docMk/>
            <pc:sldMk cId="0" sldId="256"/>
            <ac:picMk id="116" creationId="{00000000-0000-0000-0000-000000000000}"/>
          </ac:picMkLst>
        </pc:picChg>
      </pc:sldChg>
      <pc:sldChg chg="modSp">
        <pc:chgData name="elwison.denampo@cit.edu" userId="S::urn:spo:guest#elwison.denampo@cit.edu::" providerId="AD" clId="Web-{DA5A92E4-0348-97D0-F9BE-6A2107275784}" dt="2025-11-17T19:21:58.088" v="149" actId="20577"/>
        <pc:sldMkLst>
          <pc:docMk/>
          <pc:sldMk cId="3598661255" sldId="274"/>
        </pc:sldMkLst>
        <pc:spChg chg="mod">
          <ac:chgData name="elwison.denampo@cit.edu" userId="S::urn:spo:guest#elwison.denampo@cit.edu::" providerId="AD" clId="Web-{DA5A92E4-0348-97D0-F9BE-6A2107275784}" dt="2025-11-17T19:21:58.088" v="149" actId="20577"/>
          <ac:spMkLst>
            <pc:docMk/>
            <pc:sldMk cId="3598661255" sldId="274"/>
            <ac:spMk id="10" creationId="{7F8E0412-53AF-4250-A363-282FCDDA0658}"/>
          </ac:spMkLst>
        </pc:spChg>
      </pc:sldChg>
      <pc:sldChg chg="modSp">
        <pc:chgData name="elwison.denampo@cit.edu" userId="S::urn:spo:guest#elwison.denampo@cit.edu::" providerId="AD" clId="Web-{DA5A92E4-0348-97D0-F9BE-6A2107275784}" dt="2025-11-17T21:34:48.559" v="2006"/>
        <pc:sldMkLst>
          <pc:docMk/>
          <pc:sldMk cId="3524111229" sldId="301"/>
        </pc:sldMkLst>
        <pc:graphicFrameChg chg="mod modGraphic">
          <ac:chgData name="elwison.denampo@cit.edu" userId="S::urn:spo:guest#elwison.denampo@cit.edu::" providerId="AD" clId="Web-{DA5A92E4-0348-97D0-F9BE-6A2107275784}" dt="2025-11-17T21:34:48.559" v="2006"/>
          <ac:graphicFrameMkLst>
            <pc:docMk/>
            <pc:sldMk cId="3524111229" sldId="301"/>
            <ac:graphicFrameMk id="7" creationId="{23E76ECC-4536-4865-8AD7-1B0194E384F6}"/>
          </ac:graphicFrameMkLst>
        </pc:graphicFrameChg>
      </pc:sldChg>
      <pc:sldChg chg="addSp delSp modSp ord">
        <pc:chgData name="elwison.denampo@cit.edu" userId="S::urn:spo:guest#elwison.denampo@cit.edu::" providerId="AD" clId="Web-{DA5A92E4-0348-97D0-F9BE-6A2107275784}" dt="2025-11-17T19:30:24.114" v="168" actId="1076"/>
        <pc:sldMkLst>
          <pc:docMk/>
          <pc:sldMk cId="2245706828" sldId="302"/>
        </pc:sldMkLst>
        <pc:spChg chg="mod">
          <ac:chgData name="elwison.denampo@cit.edu" userId="S::urn:spo:guest#elwison.denampo@cit.edu::" providerId="AD" clId="Web-{DA5A92E4-0348-97D0-F9BE-6A2107275784}" dt="2025-11-17T19:22:50.948" v="155" actId="20577"/>
          <ac:spMkLst>
            <pc:docMk/>
            <pc:sldMk cId="2245706828" sldId="302"/>
            <ac:spMk id="6" creationId="{DA0C0BD4-90CF-4333-89AD-1344829B9EC7}"/>
          </ac:spMkLst>
        </pc:spChg>
        <pc:graphicFrameChg chg="del mod modGraphic">
          <ac:chgData name="elwison.denampo@cit.edu" userId="S::urn:spo:guest#elwison.denampo@cit.edu::" providerId="AD" clId="Web-{DA5A92E4-0348-97D0-F9BE-6A2107275784}" dt="2025-11-17T19:22:37.323" v="152"/>
          <ac:graphicFrameMkLst>
            <pc:docMk/>
            <pc:sldMk cId="2245706828" sldId="302"/>
            <ac:graphicFrameMk id="3" creationId="{FC0C8BB0-6D38-FB9C-4E3A-E04064AB4A51}"/>
          </ac:graphicFrameMkLst>
        </pc:graphicFrameChg>
        <pc:picChg chg="add del mod">
          <ac:chgData name="elwison.denampo@cit.edu" userId="S::urn:spo:guest#elwison.denampo@cit.edu::" providerId="AD" clId="Web-{DA5A92E4-0348-97D0-F9BE-6A2107275784}" dt="2025-11-17T19:27:57.921" v="160"/>
          <ac:picMkLst>
            <pc:docMk/>
            <pc:sldMk cId="2245706828" sldId="302"/>
            <ac:picMk id="2" creationId="{2ED3A682-3C0D-44BB-5DAE-61B5451BDE08}"/>
          </ac:picMkLst>
        </pc:picChg>
        <pc:picChg chg="add del mod">
          <ac:chgData name="elwison.denampo@cit.edu" userId="S::urn:spo:guest#elwison.denampo@cit.edu::" providerId="AD" clId="Web-{DA5A92E4-0348-97D0-F9BE-6A2107275784}" dt="2025-11-17T19:30:06.770" v="166"/>
          <ac:picMkLst>
            <pc:docMk/>
            <pc:sldMk cId="2245706828" sldId="302"/>
            <ac:picMk id="4" creationId="{7700D718-7119-5543-F7A9-FA2DA4EA4030}"/>
          </ac:picMkLst>
        </pc:picChg>
        <pc:picChg chg="add mod">
          <ac:chgData name="elwison.denampo@cit.edu" userId="S::urn:spo:guest#elwison.denampo@cit.edu::" providerId="AD" clId="Web-{DA5A92E4-0348-97D0-F9BE-6A2107275784}" dt="2025-11-17T19:30:24.114" v="168" actId="1076"/>
          <ac:picMkLst>
            <pc:docMk/>
            <pc:sldMk cId="2245706828" sldId="302"/>
            <ac:picMk id="5" creationId="{6D67D6A5-7AA1-728C-3317-B939F2F85E85}"/>
          </ac:picMkLst>
        </pc:picChg>
      </pc:sldChg>
      <pc:sldChg chg="modSp add del">
        <pc:chgData name="elwison.denampo@cit.edu" userId="S::urn:spo:guest#elwison.denampo@cit.edu::" providerId="AD" clId="Web-{DA5A92E4-0348-97D0-F9BE-6A2107275784}" dt="2025-11-17T21:34:48.028" v="1999"/>
        <pc:sldMkLst>
          <pc:docMk/>
          <pc:sldMk cId="2933132223" sldId="304"/>
        </pc:sldMkLst>
        <pc:spChg chg="mod">
          <ac:chgData name="elwison.denampo@cit.edu" userId="S::urn:spo:guest#elwison.denampo@cit.edu::" providerId="AD" clId="Web-{DA5A92E4-0348-97D0-F9BE-6A2107275784}" dt="2025-11-17T21:34:46.715" v="1998" actId="20577"/>
          <ac:spMkLst>
            <pc:docMk/>
            <pc:sldMk cId="2933132223" sldId="304"/>
            <ac:spMk id="2" creationId="{8FCD97FE-FA2B-3BBF-5A0C-D00906A9CFF9}"/>
          </ac:spMkLst>
        </pc:spChg>
        <pc:spChg chg="mod">
          <ac:chgData name="elwison.denampo@cit.edu" userId="S::urn:spo:guest#elwison.denampo@cit.edu::" providerId="AD" clId="Web-{DA5A92E4-0348-97D0-F9BE-6A2107275784}" dt="2025-11-17T21:34:46.715" v="1997" actId="20577"/>
          <ac:spMkLst>
            <pc:docMk/>
            <pc:sldMk cId="2933132223" sldId="304"/>
            <ac:spMk id="6" creationId="{DA0C0BD4-90CF-4333-89AD-1344829B9EC7}"/>
          </ac:spMkLst>
        </pc:spChg>
      </pc:sldChg>
      <pc:sldChg chg="add del">
        <pc:chgData name="elwison.denampo@cit.edu" userId="S::urn:spo:guest#elwison.denampo@cit.edu::" providerId="AD" clId="Web-{DA5A92E4-0348-97D0-F9BE-6A2107275784}" dt="2025-11-17T21:34:48.044" v="2000"/>
        <pc:sldMkLst>
          <pc:docMk/>
          <pc:sldMk cId="1561089901" sldId="305"/>
        </pc:sldMkLst>
      </pc:sldChg>
      <pc:sldChg chg="modSp">
        <pc:chgData name="elwison.denampo@cit.edu" userId="S::urn:spo:guest#elwison.denampo@cit.edu::" providerId="AD" clId="Web-{DA5A92E4-0348-97D0-F9BE-6A2107275784}" dt="2025-11-17T18:53:16.199" v="138"/>
        <pc:sldMkLst>
          <pc:docMk/>
          <pc:sldMk cId="42809985" sldId="306"/>
        </pc:sldMkLst>
        <pc:graphicFrameChg chg="mod modGraphic">
          <ac:chgData name="elwison.denampo@cit.edu" userId="S::urn:spo:guest#elwison.denampo@cit.edu::" providerId="AD" clId="Web-{DA5A92E4-0348-97D0-F9BE-6A2107275784}" dt="2025-11-17T18:53:16.199" v="138"/>
          <ac:graphicFrameMkLst>
            <pc:docMk/>
            <pc:sldMk cId="42809985" sldId="306"/>
            <ac:graphicFrameMk id="3" creationId="{209DBD24-1EDE-B61A-3C92-96DE90D14519}"/>
          </ac:graphicFrameMkLst>
        </pc:graphicFrameChg>
      </pc:sldChg>
      <pc:sldChg chg="new del">
        <pc:chgData name="elwison.denampo@cit.edu" userId="S::urn:spo:guest#elwison.denampo@cit.edu::" providerId="AD" clId="Web-{DA5A92E4-0348-97D0-F9BE-6A2107275784}" dt="2025-11-17T19:21:46.792" v="146"/>
        <pc:sldMkLst>
          <pc:docMk/>
          <pc:sldMk cId="861645609" sldId="309"/>
        </pc:sldMkLst>
      </pc:sldChg>
      <pc:sldChg chg="new del">
        <pc:chgData name="elwison.denampo@cit.edu" userId="S::urn:spo:guest#elwison.denampo@cit.edu::" providerId="AD" clId="Web-{DA5A92E4-0348-97D0-F9BE-6A2107275784}" dt="2025-11-17T19:21:41.182" v="144"/>
        <pc:sldMkLst>
          <pc:docMk/>
          <pc:sldMk cId="1041649041" sldId="309"/>
        </pc:sldMkLst>
      </pc:sldChg>
      <pc:sldChg chg="new del">
        <pc:chgData name="elwison.denampo@cit.edu" userId="S::urn:spo:guest#elwison.denampo@cit.edu::" providerId="AD" clId="Web-{DA5A92E4-0348-97D0-F9BE-6A2107275784}" dt="2025-11-17T19:21:35.745" v="142"/>
        <pc:sldMkLst>
          <pc:docMk/>
          <pc:sldMk cId="1798615991" sldId="309"/>
        </pc:sldMkLst>
      </pc:sldChg>
      <pc:sldChg chg="new del">
        <pc:chgData name="elwison.denampo@cit.edu" userId="S::urn:spo:guest#elwison.denampo@cit.edu::" providerId="AD" clId="Web-{DA5A92E4-0348-97D0-F9BE-6A2107275784}" dt="2025-11-17T19:21:29.495" v="140"/>
        <pc:sldMkLst>
          <pc:docMk/>
          <pc:sldMk cId="2738525642" sldId="309"/>
        </pc:sldMkLst>
      </pc:sldChg>
      <pc:sldChg chg="add replId">
        <pc:chgData name="elwison.denampo@cit.edu" userId="S::urn:spo:guest#elwison.denampo@cit.edu::" providerId="AD" clId="Web-{DA5A92E4-0348-97D0-F9BE-6A2107275784}" dt="2025-11-17T19:21:49.604" v="147"/>
        <pc:sldMkLst>
          <pc:docMk/>
          <pc:sldMk cId="3005205871" sldId="309"/>
        </pc:sldMkLst>
      </pc:sldChg>
      <pc:sldChg chg="new del">
        <pc:chgData name="elwison.denampo@cit.edu" userId="S::urn:spo:guest#elwison.denampo@cit.edu::" providerId="AD" clId="Web-{DA5A92E4-0348-97D0-F9BE-6A2107275784}" dt="2025-11-17T19:22:43.073" v="154"/>
        <pc:sldMkLst>
          <pc:docMk/>
          <pc:sldMk cId="4262352956" sldId="310"/>
        </pc:sldMkLst>
      </pc:sldChg>
      <pc:sldChg chg="modSp add replId">
        <pc:chgData name="elwison.denampo@cit.edu" userId="S::urn:spo:guest#elwison.denampo@cit.edu::" providerId="AD" clId="Web-{DA5A92E4-0348-97D0-F9BE-6A2107275784}" dt="2025-11-17T19:51:04.638" v="193"/>
        <pc:sldMkLst>
          <pc:docMk/>
          <pc:sldMk cId="210300894" sldId="311"/>
        </pc:sldMkLst>
        <pc:graphicFrameChg chg="mod modGraphic">
          <ac:chgData name="elwison.denampo@cit.edu" userId="S::urn:spo:guest#elwison.denampo@cit.edu::" providerId="AD" clId="Web-{DA5A92E4-0348-97D0-F9BE-6A2107275784}" dt="2025-11-17T19:51:04.638" v="193"/>
          <ac:graphicFrameMkLst>
            <pc:docMk/>
            <pc:sldMk cId="210300894" sldId="311"/>
            <ac:graphicFrameMk id="3" creationId="{6E318DFC-0436-0899-DCD4-95072A50B8CC}"/>
          </ac:graphicFrameMkLst>
        </pc:graphicFrameChg>
      </pc:sldChg>
      <pc:sldChg chg="addSp delSp modSp add replId">
        <pc:chgData name="elwison.denampo@cit.edu" userId="S::urn:spo:guest#elwison.denampo@cit.edu::" providerId="AD" clId="Web-{DA5A92E4-0348-97D0-F9BE-6A2107275784}" dt="2025-11-17T19:50:15.322" v="191" actId="1076"/>
        <pc:sldMkLst>
          <pc:docMk/>
          <pc:sldMk cId="3859522958" sldId="312"/>
        </pc:sldMkLst>
        <pc:spChg chg="mod">
          <ac:chgData name="elwison.denampo@cit.edu" userId="S::urn:spo:guest#elwison.denampo@cit.edu::" providerId="AD" clId="Web-{DA5A92E4-0348-97D0-F9BE-6A2107275784}" dt="2025-11-17T19:45:20.760" v="180" actId="20577"/>
          <ac:spMkLst>
            <pc:docMk/>
            <pc:sldMk cId="3859522958" sldId="312"/>
            <ac:spMk id="6" creationId="{30693EAA-BFDD-67CD-F6AF-04D988A3DF87}"/>
          </ac:spMkLst>
        </pc:spChg>
        <pc:picChg chg="add del mod">
          <ac:chgData name="elwison.denampo@cit.edu" userId="S::urn:spo:guest#elwison.denampo@cit.edu::" providerId="AD" clId="Web-{DA5A92E4-0348-97D0-F9BE-6A2107275784}" dt="2025-11-17T19:45:36.854" v="186"/>
          <ac:picMkLst>
            <pc:docMk/>
            <pc:sldMk cId="3859522958" sldId="312"/>
            <ac:picMk id="2" creationId="{9E6BD618-2456-5783-F884-41E35145B49C}"/>
          </ac:picMkLst>
        </pc:picChg>
        <pc:picChg chg="add mod">
          <ac:chgData name="elwison.denampo@cit.edu" userId="S::urn:spo:guest#elwison.denampo@cit.edu::" providerId="AD" clId="Web-{DA5A92E4-0348-97D0-F9BE-6A2107275784}" dt="2025-11-17T19:50:15.322" v="191" actId="1076"/>
          <ac:picMkLst>
            <pc:docMk/>
            <pc:sldMk cId="3859522958" sldId="312"/>
            <ac:picMk id="3" creationId="{AEF526B9-DC11-F09F-F84C-2ABD8EF2E582}"/>
          </ac:picMkLst>
        </pc:picChg>
        <pc:picChg chg="del">
          <ac:chgData name="elwison.denampo@cit.edu" userId="S::urn:spo:guest#elwison.denampo@cit.edu::" providerId="AD" clId="Web-{DA5A92E4-0348-97D0-F9BE-6A2107275784}" dt="2025-11-17T19:45:22.229" v="181"/>
          <ac:picMkLst>
            <pc:docMk/>
            <pc:sldMk cId="3859522958" sldId="312"/>
            <ac:picMk id="5" creationId="{6B1B908B-A877-08B2-4E4A-EDA0086E7F24}"/>
          </ac:picMkLst>
        </pc:picChg>
      </pc:sldChg>
      <pc:sldChg chg="add del replId">
        <pc:chgData name="elwison.denampo@cit.edu" userId="S::urn:spo:guest#elwison.denampo@cit.edu::" providerId="AD" clId="Web-{DA5A92E4-0348-97D0-F9BE-6A2107275784}" dt="2025-11-17T19:45:15.072" v="171"/>
        <pc:sldMkLst>
          <pc:docMk/>
          <pc:sldMk cId="2082629180" sldId="313"/>
        </pc:sldMkLst>
      </pc:sldChg>
      <pc:sldChg chg="addSp delSp modSp add replId">
        <pc:chgData name="elwison.denampo@cit.edu" userId="S::urn:spo:guest#elwison.denampo@cit.edu::" providerId="AD" clId="Web-{DA5A92E4-0348-97D0-F9BE-6A2107275784}" dt="2025-11-17T20:09:43.657" v="291" actId="1076"/>
        <pc:sldMkLst>
          <pc:docMk/>
          <pc:sldMk cId="3856935326" sldId="313"/>
        </pc:sldMkLst>
        <pc:spChg chg="add mod">
          <ac:chgData name="elwison.denampo@cit.edu" userId="S::urn:spo:guest#elwison.denampo@cit.edu::" providerId="AD" clId="Web-{DA5A92E4-0348-97D0-F9BE-6A2107275784}" dt="2025-11-17T20:09:43.657" v="291" actId="1076"/>
          <ac:spMkLst>
            <pc:docMk/>
            <pc:sldMk cId="3856935326" sldId="313"/>
            <ac:spMk id="2" creationId="{E0BCD5C9-B583-B0E8-2296-E1EE971F9CAF}"/>
          </ac:spMkLst>
        </pc:spChg>
        <pc:spChg chg="mod">
          <ac:chgData name="elwison.denampo@cit.edu" userId="S::urn:spo:guest#elwison.denampo@cit.edu::" providerId="AD" clId="Web-{DA5A92E4-0348-97D0-F9BE-6A2107275784}" dt="2025-11-17T20:06:41.189" v="206" actId="20577"/>
          <ac:spMkLst>
            <pc:docMk/>
            <pc:sldMk cId="3856935326" sldId="313"/>
            <ac:spMk id="6" creationId="{170DBC26-A35E-6901-265E-F2C774367707}"/>
          </ac:spMkLst>
        </pc:spChg>
        <pc:graphicFrameChg chg="del mod modGraphic">
          <ac:chgData name="elwison.denampo@cit.edu" userId="S::urn:spo:guest#elwison.denampo@cit.edu::" providerId="AD" clId="Web-{DA5A92E4-0348-97D0-F9BE-6A2107275784}" dt="2025-11-17T20:06:45.454" v="209"/>
          <ac:graphicFrameMkLst>
            <pc:docMk/>
            <pc:sldMk cId="3856935326" sldId="313"/>
            <ac:graphicFrameMk id="3" creationId="{9A9F046F-394A-291C-6878-72736722A7CE}"/>
          </ac:graphicFrameMkLst>
        </pc:graphicFrameChg>
      </pc:sldChg>
      <pc:sldChg chg="modSp add replId">
        <pc:chgData name="elwison.denampo@cit.edu" userId="S::urn:spo:guest#elwison.denampo@cit.edu::" providerId="AD" clId="Web-{DA5A92E4-0348-97D0-F9BE-6A2107275784}" dt="2025-11-17T20:12:34.963" v="399" actId="20577"/>
        <pc:sldMkLst>
          <pc:docMk/>
          <pc:sldMk cId="1030623673" sldId="314"/>
        </pc:sldMkLst>
        <pc:spChg chg="mod">
          <ac:chgData name="elwison.denampo@cit.edu" userId="S::urn:spo:guest#elwison.denampo@cit.edu::" providerId="AD" clId="Web-{DA5A92E4-0348-97D0-F9BE-6A2107275784}" dt="2025-11-17T20:12:34.963" v="399" actId="20577"/>
          <ac:spMkLst>
            <pc:docMk/>
            <pc:sldMk cId="1030623673" sldId="314"/>
            <ac:spMk id="2" creationId="{529C4544-087B-6E2D-5B53-EE8B4523137C}"/>
          </ac:spMkLst>
        </pc:spChg>
      </pc:sldChg>
      <pc:sldChg chg="modSp add replId">
        <pc:chgData name="elwison.denampo@cit.edu" userId="S::urn:spo:guest#elwison.denampo@cit.edu::" providerId="AD" clId="Web-{DA5A92E4-0348-97D0-F9BE-6A2107275784}" dt="2025-11-17T20:16:00.437" v="525" actId="20577"/>
        <pc:sldMkLst>
          <pc:docMk/>
          <pc:sldMk cId="2370164063" sldId="315"/>
        </pc:sldMkLst>
        <pc:spChg chg="mod ord">
          <ac:chgData name="elwison.denampo@cit.edu" userId="S::urn:spo:guest#elwison.denampo@cit.edu::" providerId="AD" clId="Web-{DA5A92E4-0348-97D0-F9BE-6A2107275784}" dt="2025-11-17T20:16:00.437" v="525" actId="20577"/>
          <ac:spMkLst>
            <pc:docMk/>
            <pc:sldMk cId="2370164063" sldId="315"/>
            <ac:spMk id="2" creationId="{75E0B605-DE7E-7676-DD3C-AE286D406809}"/>
          </ac:spMkLst>
        </pc:spChg>
      </pc:sldChg>
      <pc:sldChg chg="modSp add replId">
        <pc:chgData name="elwison.denampo@cit.edu" userId="S::urn:spo:guest#elwison.denampo@cit.edu::" providerId="AD" clId="Web-{DA5A92E4-0348-97D0-F9BE-6A2107275784}" dt="2025-11-17T20:18:33.983" v="683" actId="20577"/>
        <pc:sldMkLst>
          <pc:docMk/>
          <pc:sldMk cId="628387390" sldId="316"/>
        </pc:sldMkLst>
        <pc:spChg chg="mod">
          <ac:chgData name="elwison.denampo@cit.edu" userId="S::urn:spo:guest#elwison.denampo@cit.edu::" providerId="AD" clId="Web-{DA5A92E4-0348-97D0-F9BE-6A2107275784}" dt="2025-11-17T20:18:33.983" v="683" actId="20577"/>
          <ac:spMkLst>
            <pc:docMk/>
            <pc:sldMk cId="628387390" sldId="316"/>
            <ac:spMk id="2" creationId="{00E4FC33-D756-1886-EEB0-54EAE6D1BB13}"/>
          </ac:spMkLst>
        </pc:spChg>
      </pc:sldChg>
      <pc:sldChg chg="modSp add replId">
        <pc:chgData name="elwison.denampo@cit.edu" userId="S::urn:spo:guest#elwison.denampo@cit.edu::" providerId="AD" clId="Web-{DA5A92E4-0348-97D0-F9BE-6A2107275784}" dt="2025-11-17T20:20:01.796" v="793" actId="20577"/>
        <pc:sldMkLst>
          <pc:docMk/>
          <pc:sldMk cId="3515498970" sldId="317"/>
        </pc:sldMkLst>
        <pc:spChg chg="mod">
          <ac:chgData name="elwison.denampo@cit.edu" userId="S::urn:spo:guest#elwison.denampo@cit.edu::" providerId="AD" clId="Web-{DA5A92E4-0348-97D0-F9BE-6A2107275784}" dt="2025-11-17T20:20:01.796" v="793" actId="20577"/>
          <ac:spMkLst>
            <pc:docMk/>
            <pc:sldMk cId="3515498970" sldId="317"/>
            <ac:spMk id="2" creationId="{1784F944-306B-C907-E401-319242081253}"/>
          </ac:spMkLst>
        </pc:spChg>
      </pc:sldChg>
      <pc:sldChg chg="addSp delSp modSp add ord replId">
        <pc:chgData name="elwison.denampo@cit.edu" userId="S::urn:spo:guest#elwison.denampo@cit.edu::" providerId="AD" clId="Web-{DA5A92E4-0348-97D0-F9BE-6A2107275784}" dt="2025-11-17T20:21:47.483" v="802" actId="1076"/>
        <pc:sldMkLst>
          <pc:docMk/>
          <pc:sldMk cId="2199789056" sldId="318"/>
        </pc:sldMkLst>
        <pc:spChg chg="del">
          <ac:chgData name="elwison.denampo@cit.edu" userId="S::urn:spo:guest#elwison.denampo@cit.edu::" providerId="AD" clId="Web-{DA5A92E4-0348-97D0-F9BE-6A2107275784}" dt="2025-11-17T20:20:49.452" v="798"/>
          <ac:spMkLst>
            <pc:docMk/>
            <pc:sldMk cId="2199789056" sldId="318"/>
            <ac:spMk id="2" creationId="{AB8F8FAC-82ED-DC24-0C1F-47851B39EB65}"/>
          </ac:spMkLst>
        </pc:spChg>
        <pc:spChg chg="mod">
          <ac:chgData name="elwison.denampo@cit.edu" userId="S::urn:spo:guest#elwison.denampo@cit.edu::" providerId="AD" clId="Web-{DA5A92E4-0348-97D0-F9BE-6A2107275784}" dt="2025-11-17T20:20:16.780" v="797" actId="20577"/>
          <ac:spMkLst>
            <pc:docMk/>
            <pc:sldMk cId="2199789056" sldId="318"/>
            <ac:spMk id="6" creationId="{E0C340AA-1696-6C61-AEC4-2A1E6B481E04}"/>
          </ac:spMkLst>
        </pc:spChg>
        <pc:picChg chg="add mod">
          <ac:chgData name="elwison.denampo@cit.edu" userId="S::urn:spo:guest#elwison.denampo@cit.edu::" providerId="AD" clId="Web-{DA5A92E4-0348-97D0-F9BE-6A2107275784}" dt="2025-11-17T20:21:47.483" v="802" actId="1076"/>
          <ac:picMkLst>
            <pc:docMk/>
            <pc:sldMk cId="2199789056" sldId="318"/>
            <ac:picMk id="3" creationId="{A496E76F-FC4E-5D39-E8C1-35DF62A0770B}"/>
          </ac:picMkLst>
        </pc:picChg>
      </pc:sldChg>
      <pc:sldChg chg="addSp delSp modSp add replId">
        <pc:chgData name="elwison.denampo@cit.edu" userId="S::urn:spo:guest#elwison.denampo@cit.edu::" providerId="AD" clId="Web-{DA5A92E4-0348-97D0-F9BE-6A2107275784}" dt="2025-11-17T20:22:33.499" v="817" actId="1076"/>
        <pc:sldMkLst>
          <pc:docMk/>
          <pc:sldMk cId="1245882756" sldId="319"/>
        </pc:sldMkLst>
        <pc:picChg chg="add del mod">
          <ac:chgData name="elwison.denampo@cit.edu" userId="S::urn:spo:guest#elwison.denampo@cit.edu::" providerId="AD" clId="Web-{DA5A92E4-0348-97D0-F9BE-6A2107275784}" dt="2025-11-17T20:22:25.577" v="813"/>
          <ac:picMkLst>
            <pc:docMk/>
            <pc:sldMk cId="1245882756" sldId="319"/>
            <ac:picMk id="2" creationId="{167492C4-9F9F-3ACF-DDD5-A6D29C64B34D}"/>
          </ac:picMkLst>
        </pc:picChg>
        <pc:picChg chg="del">
          <ac:chgData name="elwison.denampo@cit.edu" userId="S::urn:spo:guest#elwison.denampo@cit.edu::" providerId="AD" clId="Web-{DA5A92E4-0348-97D0-F9BE-6A2107275784}" dt="2025-11-17T20:22:12.624" v="804"/>
          <ac:picMkLst>
            <pc:docMk/>
            <pc:sldMk cId="1245882756" sldId="319"/>
            <ac:picMk id="3" creationId="{FCF12924-7287-46C0-88C3-A63A966D829C}"/>
          </ac:picMkLst>
        </pc:picChg>
        <pc:picChg chg="add del">
          <ac:chgData name="elwison.denampo@cit.edu" userId="S::urn:spo:guest#elwison.denampo@cit.edu::" providerId="AD" clId="Web-{DA5A92E4-0348-97D0-F9BE-6A2107275784}" dt="2025-11-17T20:22:24.561" v="812"/>
          <ac:picMkLst>
            <pc:docMk/>
            <pc:sldMk cId="1245882756" sldId="319"/>
            <ac:picMk id="4" creationId="{319E888E-0D9C-BCB8-BE1C-898AE0B0B96C}"/>
          </ac:picMkLst>
        </pc:picChg>
        <pc:picChg chg="add mod">
          <ac:chgData name="elwison.denampo@cit.edu" userId="S::urn:spo:guest#elwison.denampo@cit.edu::" providerId="AD" clId="Web-{DA5A92E4-0348-97D0-F9BE-6A2107275784}" dt="2025-11-17T20:22:33.499" v="817" actId="1076"/>
          <ac:picMkLst>
            <pc:docMk/>
            <pc:sldMk cId="1245882756" sldId="319"/>
            <ac:picMk id="5" creationId="{FA51F174-49BC-3B6C-B732-1C330030F156}"/>
          </ac:picMkLst>
        </pc:picChg>
      </pc:sldChg>
      <pc:sldChg chg="add del replId">
        <pc:chgData name="elwison.denampo@cit.edu" userId="S::urn:spo:guest#elwison.denampo@cit.edu::" providerId="AD" clId="Web-{DA5A92E4-0348-97D0-F9BE-6A2107275784}" dt="2025-11-17T20:22:22.936" v="811"/>
        <pc:sldMkLst>
          <pc:docMk/>
          <pc:sldMk cId="2072872470" sldId="320"/>
        </pc:sldMkLst>
      </pc:sldChg>
      <pc:sldChg chg="addSp delSp modSp add replId">
        <pc:chgData name="elwison.denampo@cit.edu" userId="S::urn:spo:guest#elwison.denampo@cit.edu::" providerId="AD" clId="Web-{DA5A92E4-0348-97D0-F9BE-6A2107275784}" dt="2025-11-17T20:23:47.389" v="831" actId="1076"/>
        <pc:sldMkLst>
          <pc:docMk/>
          <pc:sldMk cId="2566546542" sldId="320"/>
        </pc:sldMkLst>
        <pc:picChg chg="add del mod">
          <ac:chgData name="elwison.denampo@cit.edu" userId="S::urn:spo:guest#elwison.denampo@cit.edu::" providerId="AD" clId="Web-{DA5A92E4-0348-97D0-F9BE-6A2107275784}" dt="2025-11-17T20:22:56.842" v="820"/>
          <ac:picMkLst>
            <pc:docMk/>
            <pc:sldMk cId="2566546542" sldId="320"/>
            <ac:picMk id="2" creationId="{D1BEB59F-EEB2-BFF7-604A-7AEA88F85A3C}"/>
          </ac:picMkLst>
        </pc:picChg>
        <pc:picChg chg="add del mod">
          <ac:chgData name="elwison.denampo@cit.edu" userId="S::urn:spo:guest#elwison.denampo@cit.edu::" providerId="AD" clId="Web-{DA5A92E4-0348-97D0-F9BE-6A2107275784}" dt="2025-11-17T20:23:40.733" v="827"/>
          <ac:picMkLst>
            <pc:docMk/>
            <pc:sldMk cId="2566546542" sldId="320"/>
            <ac:picMk id="3" creationId="{441ACA7F-BCD1-1391-4E91-ED0F328A8383}"/>
          </ac:picMkLst>
        </pc:picChg>
        <pc:picChg chg="add mod">
          <ac:chgData name="elwison.denampo@cit.edu" userId="S::urn:spo:guest#elwison.denampo@cit.edu::" providerId="AD" clId="Web-{DA5A92E4-0348-97D0-F9BE-6A2107275784}" dt="2025-11-17T20:23:47.389" v="831" actId="1076"/>
          <ac:picMkLst>
            <pc:docMk/>
            <pc:sldMk cId="2566546542" sldId="320"/>
            <ac:picMk id="4" creationId="{DBE1D07B-71E1-F60E-351E-A9F36071C03A}"/>
          </ac:picMkLst>
        </pc:picChg>
        <pc:picChg chg="del">
          <ac:chgData name="elwison.denampo@cit.edu" userId="S::urn:spo:guest#elwison.denampo@cit.edu::" providerId="AD" clId="Web-{DA5A92E4-0348-97D0-F9BE-6A2107275784}" dt="2025-11-17T20:22:58.217" v="821"/>
          <ac:picMkLst>
            <pc:docMk/>
            <pc:sldMk cId="2566546542" sldId="320"/>
            <ac:picMk id="5" creationId="{F0D593AB-8FB5-92B2-E80F-5C9CF9B6B9DC}"/>
          </ac:picMkLst>
        </pc:picChg>
      </pc:sldChg>
      <pc:sldChg chg="add replId">
        <pc:chgData name="elwison.denampo@cit.edu" userId="S::urn:spo:guest#elwison.denampo@cit.edu::" providerId="AD" clId="Web-{DA5A92E4-0348-97D0-F9BE-6A2107275784}" dt="2025-11-17T20:23:06.296" v="826"/>
        <pc:sldMkLst>
          <pc:docMk/>
          <pc:sldMk cId="1088633601" sldId="321"/>
        </pc:sldMkLst>
      </pc:sldChg>
      <pc:sldChg chg="addSp delSp modSp add replId">
        <pc:chgData name="elwison.denampo@cit.edu" userId="S::urn:spo:guest#elwison.denampo@cit.edu::" providerId="AD" clId="Web-{DA5A92E4-0348-97D0-F9BE-6A2107275784}" dt="2025-11-17T20:25:47.202" v="837" actId="1076"/>
        <pc:sldMkLst>
          <pc:docMk/>
          <pc:sldMk cId="2754661348" sldId="322"/>
        </pc:sldMkLst>
        <pc:picChg chg="add mod">
          <ac:chgData name="elwison.denampo@cit.edu" userId="S::urn:spo:guest#elwison.denampo@cit.edu::" providerId="AD" clId="Web-{DA5A92E4-0348-97D0-F9BE-6A2107275784}" dt="2025-11-17T20:25:47.202" v="837" actId="1076"/>
          <ac:picMkLst>
            <pc:docMk/>
            <pc:sldMk cId="2754661348" sldId="322"/>
            <ac:picMk id="2" creationId="{9BAA3E61-DDF3-87A3-DC44-C26F61D8F1DD}"/>
          </ac:picMkLst>
        </pc:picChg>
        <pc:picChg chg="del">
          <ac:chgData name="elwison.denampo@cit.edu" userId="S::urn:spo:guest#elwison.denampo@cit.edu::" providerId="AD" clId="Web-{DA5A92E4-0348-97D0-F9BE-6A2107275784}" dt="2025-11-17T20:25:41.124" v="833"/>
          <ac:picMkLst>
            <pc:docMk/>
            <pc:sldMk cId="2754661348" sldId="322"/>
            <ac:picMk id="4" creationId="{C6DC8640-B0DD-C329-3AA2-8A35CA885E07}"/>
          </ac:picMkLst>
        </pc:picChg>
      </pc:sldChg>
      <pc:sldChg chg="addSp delSp modSp add replId">
        <pc:chgData name="elwison.denampo@cit.edu" userId="S::urn:spo:guest#elwison.denampo@cit.edu::" providerId="AD" clId="Web-{DA5A92E4-0348-97D0-F9BE-6A2107275784}" dt="2025-11-17T20:26:04.639" v="843" actId="1076"/>
        <pc:sldMkLst>
          <pc:docMk/>
          <pc:sldMk cId="3521348430" sldId="323"/>
        </pc:sldMkLst>
        <pc:picChg chg="del">
          <ac:chgData name="elwison.denampo@cit.edu" userId="S::urn:spo:guest#elwison.denampo@cit.edu::" providerId="AD" clId="Web-{DA5A92E4-0348-97D0-F9BE-6A2107275784}" dt="2025-11-17T20:25:58.061" v="839"/>
          <ac:picMkLst>
            <pc:docMk/>
            <pc:sldMk cId="3521348430" sldId="323"/>
            <ac:picMk id="2" creationId="{18584CDA-3F08-D6F1-A830-9DA4B0F09ACD}"/>
          </ac:picMkLst>
        </pc:picChg>
        <pc:picChg chg="add mod">
          <ac:chgData name="elwison.denampo@cit.edu" userId="S::urn:spo:guest#elwison.denampo@cit.edu::" providerId="AD" clId="Web-{DA5A92E4-0348-97D0-F9BE-6A2107275784}" dt="2025-11-17T20:26:04.639" v="843" actId="1076"/>
          <ac:picMkLst>
            <pc:docMk/>
            <pc:sldMk cId="3521348430" sldId="323"/>
            <ac:picMk id="3" creationId="{5C3A2AC0-0B8D-4190-E268-C195D862B384}"/>
          </ac:picMkLst>
        </pc:picChg>
      </pc:sldChg>
      <pc:sldChg chg="modSp add replId">
        <pc:chgData name="elwison.denampo@cit.edu" userId="S::urn:spo:guest#elwison.denampo@cit.edu::" providerId="AD" clId="Web-{DA5A92E4-0348-97D0-F9BE-6A2107275784}" dt="2025-11-17T20:38:42.367" v="961" actId="20577"/>
        <pc:sldMkLst>
          <pc:docMk/>
          <pc:sldMk cId="2703295085" sldId="324"/>
        </pc:sldMkLst>
        <pc:spChg chg="mod">
          <ac:chgData name="elwison.denampo@cit.edu" userId="S::urn:spo:guest#elwison.denampo@cit.edu::" providerId="AD" clId="Web-{DA5A92E4-0348-97D0-F9BE-6A2107275784}" dt="2025-11-17T20:38:42.367" v="961" actId="20577"/>
          <ac:spMkLst>
            <pc:docMk/>
            <pc:sldMk cId="2703295085" sldId="324"/>
            <ac:spMk id="2" creationId="{18C0BC11-3562-6009-A077-502E5AAD394A}"/>
          </ac:spMkLst>
        </pc:spChg>
        <pc:spChg chg="mod">
          <ac:chgData name="elwison.denampo@cit.edu" userId="S::urn:spo:guest#elwison.denampo@cit.edu::" providerId="AD" clId="Web-{DA5A92E4-0348-97D0-F9BE-6A2107275784}" dt="2025-11-17T20:34:03.007" v="852" actId="20577"/>
          <ac:spMkLst>
            <pc:docMk/>
            <pc:sldMk cId="2703295085" sldId="324"/>
            <ac:spMk id="6" creationId="{08EBB618-1054-5F28-4EAF-ABA6ADD82E6A}"/>
          </ac:spMkLst>
        </pc:spChg>
      </pc:sldChg>
      <pc:sldChg chg="modSp add replId">
        <pc:chgData name="elwison.denampo@cit.edu" userId="S::urn:spo:guest#elwison.denampo@cit.edu::" providerId="AD" clId="Web-{DA5A92E4-0348-97D0-F9BE-6A2107275784}" dt="2025-11-17T20:42:06.539" v="1121" actId="20577"/>
        <pc:sldMkLst>
          <pc:docMk/>
          <pc:sldMk cId="2504426784" sldId="325"/>
        </pc:sldMkLst>
        <pc:spChg chg="mod">
          <ac:chgData name="elwison.denampo@cit.edu" userId="S::urn:spo:guest#elwison.denampo@cit.edu::" providerId="AD" clId="Web-{DA5A92E4-0348-97D0-F9BE-6A2107275784}" dt="2025-11-17T20:42:06.539" v="1121" actId="20577"/>
          <ac:spMkLst>
            <pc:docMk/>
            <pc:sldMk cId="2504426784" sldId="325"/>
            <ac:spMk id="2" creationId="{62E8A038-90CE-B255-6EC1-53243DDF0D3A}"/>
          </ac:spMkLst>
        </pc:spChg>
      </pc:sldChg>
      <pc:sldChg chg="add del replId">
        <pc:chgData name="elwison.denampo@cit.edu" userId="S::urn:spo:guest#elwison.denampo@cit.edu::" providerId="AD" clId="Web-{DA5A92E4-0348-97D0-F9BE-6A2107275784}" dt="2025-11-17T20:42:17.414" v="1123"/>
        <pc:sldMkLst>
          <pc:docMk/>
          <pc:sldMk cId="3311272363" sldId="326"/>
        </pc:sldMkLst>
      </pc:sldChg>
      <pc:sldChg chg="modSp add ord replId">
        <pc:chgData name="elwison.denampo@cit.edu" userId="S::urn:spo:guest#elwison.denampo@cit.edu::" providerId="AD" clId="Web-{DA5A92E4-0348-97D0-F9BE-6A2107275784}" dt="2025-11-17T20:44:27.875" v="1222" actId="20577"/>
        <pc:sldMkLst>
          <pc:docMk/>
          <pc:sldMk cId="3522893277" sldId="326"/>
        </pc:sldMkLst>
        <pc:spChg chg="mod">
          <ac:chgData name="elwison.denampo@cit.edu" userId="S::urn:spo:guest#elwison.denampo@cit.edu::" providerId="AD" clId="Web-{DA5A92E4-0348-97D0-F9BE-6A2107275784}" dt="2025-11-17T20:44:27.875" v="1222" actId="20577"/>
          <ac:spMkLst>
            <pc:docMk/>
            <pc:sldMk cId="3522893277" sldId="326"/>
            <ac:spMk id="2" creationId="{DA27994C-4490-EFD1-A2DF-C032CDB5CEFF}"/>
          </ac:spMkLst>
        </pc:spChg>
      </pc:sldChg>
      <pc:sldChg chg="modSp add ord replId">
        <pc:chgData name="elwison.denampo@cit.edu" userId="S::urn:spo:guest#elwison.denampo@cit.edu::" providerId="AD" clId="Web-{DA5A92E4-0348-97D0-F9BE-6A2107275784}" dt="2025-11-17T21:06:57.482" v="1424" actId="20577"/>
        <pc:sldMkLst>
          <pc:docMk/>
          <pc:sldMk cId="1050990643" sldId="327"/>
        </pc:sldMkLst>
        <pc:spChg chg="mod">
          <ac:chgData name="elwison.denampo@cit.edu" userId="S::urn:spo:guest#elwison.denampo@cit.edu::" providerId="AD" clId="Web-{DA5A92E4-0348-97D0-F9BE-6A2107275784}" dt="2025-11-17T21:06:57.482" v="1424" actId="20577"/>
          <ac:spMkLst>
            <pc:docMk/>
            <pc:sldMk cId="1050990643" sldId="327"/>
            <ac:spMk id="2" creationId="{76E79112-7F1F-4903-A0F6-641B814C83F6}"/>
          </ac:spMkLst>
        </pc:spChg>
      </pc:sldChg>
      <pc:sldChg chg="add del replId">
        <pc:chgData name="elwison.denampo@cit.edu" userId="S::urn:spo:guest#elwison.denampo@cit.edu::" providerId="AD" clId="Web-{DA5A92E4-0348-97D0-F9BE-6A2107275784}" dt="2025-11-17T21:01:20.182" v="1224"/>
        <pc:sldMkLst>
          <pc:docMk/>
          <pc:sldMk cId="3939411484" sldId="327"/>
        </pc:sldMkLst>
      </pc:sldChg>
      <pc:sldChg chg="modSp add replId">
        <pc:chgData name="elwison.denampo@cit.edu" userId="S::urn:spo:guest#elwison.denampo@cit.edu::" providerId="AD" clId="Web-{DA5A92E4-0348-97D0-F9BE-6A2107275784}" dt="2025-11-17T21:06:49.576" v="1416" actId="20577"/>
        <pc:sldMkLst>
          <pc:docMk/>
          <pc:sldMk cId="3026717181" sldId="328"/>
        </pc:sldMkLst>
        <pc:spChg chg="mod">
          <ac:chgData name="elwison.denampo@cit.edu" userId="S::urn:spo:guest#elwison.denampo@cit.edu::" providerId="AD" clId="Web-{DA5A92E4-0348-97D0-F9BE-6A2107275784}" dt="2025-11-17T21:06:49.576" v="1416" actId="20577"/>
          <ac:spMkLst>
            <pc:docMk/>
            <pc:sldMk cId="3026717181" sldId="328"/>
            <ac:spMk id="2" creationId="{F1A21AF3-5664-3723-7067-2E45CC4D74B5}"/>
          </ac:spMkLst>
        </pc:spChg>
      </pc:sldChg>
      <pc:sldChg chg="modSp add ord replId">
        <pc:chgData name="elwison.denampo@cit.edu" userId="S::urn:spo:guest#elwison.denampo@cit.edu::" providerId="AD" clId="Web-{DA5A92E4-0348-97D0-F9BE-6A2107275784}" dt="2025-11-17T21:11:54.535" v="1521" actId="1076"/>
        <pc:sldMkLst>
          <pc:docMk/>
          <pc:sldMk cId="1314579364" sldId="329"/>
        </pc:sldMkLst>
        <pc:spChg chg="mod">
          <ac:chgData name="elwison.denampo@cit.edu" userId="S::urn:spo:guest#elwison.denampo@cit.edu::" providerId="AD" clId="Web-{DA5A92E4-0348-97D0-F9BE-6A2107275784}" dt="2025-11-17T21:11:54.535" v="1521" actId="1076"/>
          <ac:spMkLst>
            <pc:docMk/>
            <pc:sldMk cId="1314579364" sldId="329"/>
            <ac:spMk id="2" creationId="{284669FF-EA11-147E-86F8-4F8ED736D96B}"/>
          </ac:spMkLst>
        </pc:spChg>
      </pc:sldChg>
      <pc:sldChg chg="modSp add replId">
        <pc:chgData name="elwison.denampo@cit.edu" userId="S::urn:spo:guest#elwison.denampo@cit.edu::" providerId="AD" clId="Web-{DA5A92E4-0348-97D0-F9BE-6A2107275784}" dt="2025-11-17T21:11:43.067" v="1516" actId="1076"/>
        <pc:sldMkLst>
          <pc:docMk/>
          <pc:sldMk cId="85539282" sldId="330"/>
        </pc:sldMkLst>
        <pc:spChg chg="mod">
          <ac:chgData name="elwison.denampo@cit.edu" userId="S::urn:spo:guest#elwison.denampo@cit.edu::" providerId="AD" clId="Web-{DA5A92E4-0348-97D0-F9BE-6A2107275784}" dt="2025-11-17T21:11:43.067" v="1516" actId="1076"/>
          <ac:spMkLst>
            <pc:docMk/>
            <pc:sldMk cId="85539282" sldId="330"/>
            <ac:spMk id="2" creationId="{8AF9A1A6-33A2-0AB2-A652-D6DAE57120DE}"/>
          </ac:spMkLst>
        </pc:spChg>
      </pc:sldChg>
      <pc:sldChg chg="modSp add replId">
        <pc:chgData name="elwison.denampo@cit.edu" userId="S::urn:spo:guest#elwison.denampo@cit.edu::" providerId="AD" clId="Web-{DA5A92E4-0348-97D0-F9BE-6A2107275784}" dt="2025-11-17T21:13:40.785" v="1583" actId="1076"/>
        <pc:sldMkLst>
          <pc:docMk/>
          <pc:sldMk cId="427244781" sldId="331"/>
        </pc:sldMkLst>
        <pc:spChg chg="mod">
          <ac:chgData name="elwison.denampo@cit.edu" userId="S::urn:spo:guest#elwison.denampo@cit.edu::" providerId="AD" clId="Web-{DA5A92E4-0348-97D0-F9BE-6A2107275784}" dt="2025-11-17T21:13:40.785" v="1583" actId="1076"/>
          <ac:spMkLst>
            <pc:docMk/>
            <pc:sldMk cId="427244781" sldId="331"/>
            <ac:spMk id="2" creationId="{F30DADD3-0955-DA22-7328-8985CA849178}"/>
          </ac:spMkLst>
        </pc:spChg>
      </pc:sldChg>
      <pc:sldChg chg="modSp add ord replId">
        <pc:chgData name="elwison.denampo@cit.edu" userId="S::urn:spo:guest#elwison.denampo@cit.edu::" providerId="AD" clId="Web-{DA5A92E4-0348-97D0-F9BE-6A2107275784}" dt="2025-11-17T21:15:05.535" v="1621" actId="1076"/>
        <pc:sldMkLst>
          <pc:docMk/>
          <pc:sldMk cId="2489779264" sldId="332"/>
        </pc:sldMkLst>
        <pc:spChg chg="mod">
          <ac:chgData name="elwison.denampo@cit.edu" userId="S::urn:spo:guest#elwison.denampo@cit.edu::" providerId="AD" clId="Web-{DA5A92E4-0348-97D0-F9BE-6A2107275784}" dt="2025-11-17T21:15:05.535" v="1621" actId="1076"/>
          <ac:spMkLst>
            <pc:docMk/>
            <pc:sldMk cId="2489779264" sldId="332"/>
            <ac:spMk id="2" creationId="{80F2E49E-B188-412D-D731-AFDDC0BD5ACA}"/>
          </ac:spMkLst>
        </pc:spChg>
      </pc:sldChg>
      <pc:sldChg chg="modSp add replId">
        <pc:chgData name="elwison.denampo@cit.edu" userId="S::urn:spo:guest#elwison.denampo@cit.edu::" providerId="AD" clId="Web-{DA5A92E4-0348-97D0-F9BE-6A2107275784}" dt="2025-11-17T21:17:15.738" v="1675" actId="1076"/>
        <pc:sldMkLst>
          <pc:docMk/>
          <pc:sldMk cId="2552102349" sldId="333"/>
        </pc:sldMkLst>
        <pc:spChg chg="mod">
          <ac:chgData name="elwison.denampo@cit.edu" userId="S::urn:spo:guest#elwison.denampo@cit.edu::" providerId="AD" clId="Web-{DA5A92E4-0348-97D0-F9BE-6A2107275784}" dt="2025-11-17T21:17:15.738" v="1675" actId="1076"/>
          <ac:spMkLst>
            <pc:docMk/>
            <pc:sldMk cId="2552102349" sldId="333"/>
            <ac:spMk id="2" creationId="{FB2126C1-F05E-D5F1-F96A-5B1E9942441F}"/>
          </ac:spMkLst>
        </pc:spChg>
      </pc:sldChg>
      <pc:sldChg chg="modSp add ord replId">
        <pc:chgData name="elwison.denampo@cit.edu" userId="S::urn:spo:guest#elwison.denampo@cit.edu::" providerId="AD" clId="Web-{DA5A92E4-0348-97D0-F9BE-6A2107275784}" dt="2025-11-17T21:19:22.723" v="1759" actId="20577"/>
        <pc:sldMkLst>
          <pc:docMk/>
          <pc:sldMk cId="647163228" sldId="334"/>
        </pc:sldMkLst>
        <pc:spChg chg="mod">
          <ac:chgData name="elwison.denampo@cit.edu" userId="S::urn:spo:guest#elwison.denampo@cit.edu::" providerId="AD" clId="Web-{DA5A92E4-0348-97D0-F9BE-6A2107275784}" dt="2025-11-17T21:19:22.723" v="1759" actId="20577"/>
          <ac:spMkLst>
            <pc:docMk/>
            <pc:sldMk cId="647163228" sldId="334"/>
            <ac:spMk id="2" creationId="{9F3CAF1B-D0D5-6377-5440-AC9D3077269E}"/>
          </ac:spMkLst>
        </pc:spChg>
      </pc:sldChg>
      <pc:sldChg chg="modSp add replId">
        <pc:chgData name="elwison.denampo@cit.edu" userId="S::urn:spo:guest#elwison.denampo@cit.edu::" providerId="AD" clId="Web-{DA5A92E4-0348-97D0-F9BE-6A2107275784}" dt="2025-11-17T21:28:56.130" v="1863" actId="20577"/>
        <pc:sldMkLst>
          <pc:docMk/>
          <pc:sldMk cId="2625735830" sldId="335"/>
        </pc:sldMkLst>
        <pc:spChg chg="mod">
          <ac:chgData name="elwison.denampo@cit.edu" userId="S::urn:spo:guest#elwison.denampo@cit.edu::" providerId="AD" clId="Web-{DA5A92E4-0348-97D0-F9BE-6A2107275784}" dt="2025-11-17T21:28:56.130" v="1863" actId="20577"/>
          <ac:spMkLst>
            <pc:docMk/>
            <pc:sldMk cId="2625735830" sldId="335"/>
            <ac:spMk id="2" creationId="{D394F893-80B5-D135-8E6B-4616E796647B}"/>
          </ac:spMkLst>
        </pc:spChg>
      </pc:sldChg>
      <pc:sldChg chg="modSp add ord replId">
        <pc:chgData name="elwison.denampo@cit.edu" userId="S::urn:spo:guest#elwison.denampo@cit.edu::" providerId="AD" clId="Web-{DA5A92E4-0348-97D0-F9BE-6A2107275784}" dt="2025-11-17T21:34:41.840" v="1994" actId="20577"/>
        <pc:sldMkLst>
          <pc:docMk/>
          <pc:sldMk cId="3146791533" sldId="336"/>
        </pc:sldMkLst>
        <pc:spChg chg="mod">
          <ac:chgData name="elwison.denampo@cit.edu" userId="S::urn:spo:guest#elwison.denampo@cit.edu::" providerId="AD" clId="Web-{DA5A92E4-0348-97D0-F9BE-6A2107275784}" dt="2025-11-17T21:34:41.840" v="1994" actId="20577"/>
          <ac:spMkLst>
            <pc:docMk/>
            <pc:sldMk cId="3146791533" sldId="336"/>
            <ac:spMk id="2" creationId="{16E9B0FF-66B2-3E22-1536-ECFE038467DE}"/>
          </ac:spMkLst>
        </pc:spChg>
      </pc:sldChg>
    </pc:docChg>
  </pc:docChgLst>
  <pc:docChgLst>
    <pc:chgData name="elwison.denampo@cit.edu" userId="S::urn:spo:guest#elwison.denampo@cit.edu::" providerId="AD" clId="Web-{E10C145C-4D73-063D-7E73-598932475041}"/>
    <pc:docChg chg="addSld delSld modSld sldOrd">
      <pc:chgData name="elwison.denampo@cit.edu" userId="S::urn:spo:guest#elwison.denampo@cit.edu::" providerId="AD" clId="Web-{E10C145C-4D73-063D-7E73-598932475041}" dt="2025-11-18T00:26:29.372" v="458" actId="14100"/>
      <pc:docMkLst>
        <pc:docMk/>
      </pc:docMkLst>
      <pc:sldChg chg="modSp del">
        <pc:chgData name="elwison.denampo@cit.edu" userId="S::urn:spo:guest#elwison.denampo@cit.edu::" providerId="AD" clId="Web-{E10C145C-4D73-063D-7E73-598932475041}" dt="2025-11-18T00:15:52.201" v="139"/>
        <pc:sldMkLst>
          <pc:docMk/>
          <pc:sldMk cId="2785267291" sldId="354"/>
        </pc:sldMkLst>
        <pc:spChg chg="mod">
          <ac:chgData name="elwison.denampo@cit.edu" userId="S::urn:spo:guest#elwison.denampo@cit.edu::" providerId="AD" clId="Web-{E10C145C-4D73-063D-7E73-598932475041}" dt="2025-11-18T00:15:44.154" v="137" actId="20577"/>
          <ac:spMkLst>
            <pc:docMk/>
            <pc:sldMk cId="2785267291" sldId="354"/>
            <ac:spMk id="6" creationId="{35FAEBAA-AEC1-00F4-855F-0367B64C94CC}"/>
          </ac:spMkLst>
        </pc:spChg>
      </pc:sldChg>
      <pc:sldChg chg="addSp delSp modSp ord">
        <pc:chgData name="elwison.denampo@cit.edu" userId="S::urn:spo:guest#elwison.denampo@cit.edu::" providerId="AD" clId="Web-{E10C145C-4D73-063D-7E73-598932475041}" dt="2025-11-18T00:16:10.310" v="152" actId="20577"/>
        <pc:sldMkLst>
          <pc:docMk/>
          <pc:sldMk cId="941320557" sldId="355"/>
        </pc:sldMkLst>
        <pc:spChg chg="del">
          <ac:chgData name="elwison.denampo@cit.edu" userId="S::urn:spo:guest#elwison.denampo@cit.edu::" providerId="AD" clId="Web-{E10C145C-4D73-063D-7E73-598932475041}" dt="2025-11-18T00:11:31.795" v="19"/>
          <ac:spMkLst>
            <pc:docMk/>
            <pc:sldMk cId="941320557" sldId="355"/>
            <ac:spMk id="2" creationId="{00D88886-38BD-D32A-4A3C-AE13BD088F6B}"/>
          </ac:spMkLst>
        </pc:spChg>
        <pc:spChg chg="mod">
          <ac:chgData name="elwison.denampo@cit.edu" userId="S::urn:spo:guest#elwison.denampo@cit.edu::" providerId="AD" clId="Web-{E10C145C-4D73-063D-7E73-598932475041}" dt="2025-11-18T00:16:10.310" v="152" actId="20577"/>
          <ac:spMkLst>
            <pc:docMk/>
            <pc:sldMk cId="941320557" sldId="355"/>
            <ac:spMk id="6" creationId="{C9799C7B-C155-B37B-2B42-F8762E94BDB5}"/>
          </ac:spMkLst>
        </pc:spChg>
        <pc:picChg chg="add mod">
          <ac:chgData name="elwison.denampo@cit.edu" userId="S::urn:spo:guest#elwison.denampo@cit.edu::" providerId="AD" clId="Web-{E10C145C-4D73-063D-7E73-598932475041}" dt="2025-11-18T00:11:36.295" v="22" actId="14100"/>
          <ac:picMkLst>
            <pc:docMk/>
            <pc:sldMk cId="941320557" sldId="355"/>
            <ac:picMk id="3" creationId="{F077E4FA-9D63-CB1A-EC13-17A580A66FD3}"/>
          </ac:picMkLst>
        </pc:picChg>
      </pc:sldChg>
      <pc:sldChg chg="modSp">
        <pc:chgData name="elwison.denampo@cit.edu" userId="S::urn:spo:guest#elwison.denampo@cit.edu::" providerId="AD" clId="Web-{E10C145C-4D73-063D-7E73-598932475041}" dt="2025-11-18T00:16:01.810" v="146" actId="20577"/>
        <pc:sldMkLst>
          <pc:docMk/>
          <pc:sldMk cId="1938915403" sldId="356"/>
        </pc:sldMkLst>
        <pc:spChg chg="mod">
          <ac:chgData name="elwison.denampo@cit.edu" userId="S::urn:spo:guest#elwison.denampo@cit.edu::" providerId="AD" clId="Web-{E10C145C-4D73-063D-7E73-598932475041}" dt="2025-11-18T00:16:01.810" v="146" actId="20577"/>
          <ac:spMkLst>
            <pc:docMk/>
            <pc:sldMk cId="1938915403" sldId="356"/>
            <ac:spMk id="6" creationId="{50E20C5C-F695-C33C-D749-16AA6CAEE02F}"/>
          </ac:spMkLst>
        </pc:spChg>
      </pc:sldChg>
      <pc:sldChg chg="modSp">
        <pc:chgData name="elwison.denampo@cit.edu" userId="S::urn:spo:guest#elwison.denampo@cit.edu::" providerId="AD" clId="Web-{E10C145C-4D73-063D-7E73-598932475041}" dt="2025-11-18T00:16:03.669" v="147" actId="20577"/>
        <pc:sldMkLst>
          <pc:docMk/>
          <pc:sldMk cId="3293680305" sldId="357"/>
        </pc:sldMkLst>
        <pc:spChg chg="mod">
          <ac:chgData name="elwison.denampo@cit.edu" userId="S::urn:spo:guest#elwison.denampo@cit.edu::" providerId="AD" clId="Web-{E10C145C-4D73-063D-7E73-598932475041}" dt="2025-11-18T00:16:03.669" v="147" actId="20577"/>
          <ac:spMkLst>
            <pc:docMk/>
            <pc:sldMk cId="3293680305" sldId="357"/>
            <ac:spMk id="6" creationId="{8062FB1B-7461-36B4-999A-6C095DFA1025}"/>
          </ac:spMkLst>
        </pc:spChg>
      </pc:sldChg>
      <pc:sldChg chg="addSp delSp modSp">
        <pc:chgData name="elwison.denampo@cit.edu" userId="S::urn:spo:guest#elwison.denampo@cit.edu::" providerId="AD" clId="Web-{E10C145C-4D73-063D-7E73-598932475041}" dt="2025-11-18T00:16:06.607" v="148" actId="20577"/>
        <pc:sldMkLst>
          <pc:docMk/>
          <pc:sldMk cId="3593273988" sldId="358"/>
        </pc:sldMkLst>
        <pc:spChg chg="del">
          <ac:chgData name="elwison.denampo@cit.edu" userId="S::urn:spo:guest#elwison.denampo@cit.edu::" providerId="AD" clId="Web-{E10C145C-4D73-063D-7E73-598932475041}" dt="2025-11-18T00:12:53.248" v="64"/>
          <ac:spMkLst>
            <pc:docMk/>
            <pc:sldMk cId="3593273988" sldId="358"/>
            <ac:spMk id="2" creationId="{F8CADD40-4A5B-A425-C535-0BE622FDF488}"/>
          </ac:spMkLst>
        </pc:spChg>
        <pc:spChg chg="mod">
          <ac:chgData name="elwison.denampo@cit.edu" userId="S::urn:spo:guest#elwison.denampo@cit.edu::" providerId="AD" clId="Web-{E10C145C-4D73-063D-7E73-598932475041}" dt="2025-11-18T00:16:06.607" v="148" actId="20577"/>
          <ac:spMkLst>
            <pc:docMk/>
            <pc:sldMk cId="3593273988" sldId="358"/>
            <ac:spMk id="6" creationId="{55CC5E5A-1E32-AD8F-A244-763051FC9EF9}"/>
          </ac:spMkLst>
        </pc:spChg>
        <pc:picChg chg="add mod">
          <ac:chgData name="elwison.denampo@cit.edu" userId="S::urn:spo:guest#elwison.denampo@cit.edu::" providerId="AD" clId="Web-{E10C145C-4D73-063D-7E73-598932475041}" dt="2025-11-18T00:12:56.967" v="67" actId="14100"/>
          <ac:picMkLst>
            <pc:docMk/>
            <pc:sldMk cId="3593273988" sldId="358"/>
            <ac:picMk id="3" creationId="{32FFAFD0-365B-7419-B818-F7AF5917FF34}"/>
          </ac:picMkLst>
        </pc:picChg>
      </pc:sldChg>
      <pc:sldChg chg="modSp">
        <pc:chgData name="elwison.denampo@cit.edu" userId="S::urn:spo:guest#elwison.denampo@cit.edu::" providerId="AD" clId="Web-{E10C145C-4D73-063D-7E73-598932475041}" dt="2025-11-18T00:16:16.185" v="155" actId="20577"/>
        <pc:sldMkLst>
          <pc:docMk/>
          <pc:sldMk cId="3914322758" sldId="359"/>
        </pc:sldMkLst>
        <pc:spChg chg="mod">
          <ac:chgData name="elwison.denampo@cit.edu" userId="S::urn:spo:guest#elwison.denampo@cit.edu::" providerId="AD" clId="Web-{E10C145C-4D73-063D-7E73-598932475041}" dt="2025-11-18T00:16:16.185" v="155" actId="20577"/>
          <ac:spMkLst>
            <pc:docMk/>
            <pc:sldMk cId="3914322758" sldId="359"/>
            <ac:spMk id="6" creationId="{9C50F251-6C8E-93CA-A81D-AE79813C7AC3}"/>
          </ac:spMkLst>
        </pc:spChg>
      </pc:sldChg>
      <pc:sldChg chg="addSp delSp modSp">
        <pc:chgData name="elwison.denampo@cit.edu" userId="S::urn:spo:guest#elwison.denampo@cit.edu::" providerId="AD" clId="Web-{E10C145C-4D73-063D-7E73-598932475041}" dt="2025-11-18T00:17:01.622" v="174" actId="14100"/>
        <pc:sldMkLst>
          <pc:docMk/>
          <pc:sldMk cId="4181661086" sldId="360"/>
        </pc:sldMkLst>
        <pc:spChg chg="del">
          <ac:chgData name="elwison.denampo@cit.edu" userId="S::urn:spo:guest#elwison.denampo@cit.edu::" providerId="AD" clId="Web-{E10C145C-4D73-063D-7E73-598932475041}" dt="2025-11-18T00:16:57.779" v="171"/>
          <ac:spMkLst>
            <pc:docMk/>
            <pc:sldMk cId="4181661086" sldId="360"/>
            <ac:spMk id="2" creationId="{0CAA4BC3-BCE6-263B-E41E-933DF33A18AF}"/>
          </ac:spMkLst>
        </pc:spChg>
        <pc:spChg chg="mod">
          <ac:chgData name="elwison.denampo@cit.edu" userId="S::urn:spo:guest#elwison.denampo@cit.edu::" providerId="AD" clId="Web-{E10C145C-4D73-063D-7E73-598932475041}" dt="2025-11-18T00:16:56.060" v="170" actId="20577"/>
          <ac:spMkLst>
            <pc:docMk/>
            <pc:sldMk cId="4181661086" sldId="360"/>
            <ac:spMk id="6" creationId="{391829D0-A7B5-E716-852F-DC9A579E62B5}"/>
          </ac:spMkLst>
        </pc:spChg>
        <pc:picChg chg="add mod">
          <ac:chgData name="elwison.denampo@cit.edu" userId="S::urn:spo:guest#elwison.denampo@cit.edu::" providerId="AD" clId="Web-{E10C145C-4D73-063D-7E73-598932475041}" dt="2025-11-18T00:17:01.622" v="174" actId="14100"/>
          <ac:picMkLst>
            <pc:docMk/>
            <pc:sldMk cId="4181661086" sldId="360"/>
            <ac:picMk id="3" creationId="{1BD21D4E-1582-62B0-30CC-82067538AD03}"/>
          </ac:picMkLst>
        </pc:picChg>
      </pc:sldChg>
      <pc:sldChg chg="modSp">
        <pc:chgData name="elwison.denampo@cit.edu" userId="S::urn:spo:guest#elwison.denampo@cit.edu::" providerId="AD" clId="Web-{E10C145C-4D73-063D-7E73-598932475041}" dt="2025-11-18T00:17:17.310" v="180" actId="20577"/>
        <pc:sldMkLst>
          <pc:docMk/>
          <pc:sldMk cId="3673521546" sldId="361"/>
        </pc:sldMkLst>
        <pc:spChg chg="mod">
          <ac:chgData name="elwison.denampo@cit.edu" userId="S::urn:spo:guest#elwison.denampo@cit.edu::" providerId="AD" clId="Web-{E10C145C-4D73-063D-7E73-598932475041}" dt="2025-11-18T00:17:17.310" v="180" actId="20577"/>
          <ac:spMkLst>
            <pc:docMk/>
            <pc:sldMk cId="3673521546" sldId="361"/>
            <ac:spMk id="6" creationId="{8D0D6E47-E229-D944-6646-FBE14E459DAE}"/>
          </ac:spMkLst>
        </pc:spChg>
      </pc:sldChg>
      <pc:sldChg chg="addSp delSp modSp">
        <pc:chgData name="elwison.denampo@cit.edu" userId="S::urn:spo:guest#elwison.denampo@cit.edu::" providerId="AD" clId="Web-{E10C145C-4D73-063D-7E73-598932475041}" dt="2025-11-18T00:17:58.607" v="203" actId="20577"/>
        <pc:sldMkLst>
          <pc:docMk/>
          <pc:sldMk cId="476774339" sldId="362"/>
        </pc:sldMkLst>
        <pc:spChg chg="del">
          <ac:chgData name="elwison.denampo@cit.edu" userId="S::urn:spo:guest#elwison.denampo@cit.edu::" providerId="AD" clId="Web-{E10C145C-4D73-063D-7E73-598932475041}" dt="2025-11-18T00:17:38.888" v="199"/>
          <ac:spMkLst>
            <pc:docMk/>
            <pc:sldMk cId="476774339" sldId="362"/>
            <ac:spMk id="2" creationId="{E629E697-3499-FCDB-AABC-C666DAFF0760}"/>
          </ac:spMkLst>
        </pc:spChg>
        <pc:spChg chg="mod">
          <ac:chgData name="elwison.denampo@cit.edu" userId="S::urn:spo:guest#elwison.denampo@cit.edu::" providerId="AD" clId="Web-{E10C145C-4D73-063D-7E73-598932475041}" dt="2025-11-18T00:17:58.607" v="203" actId="20577"/>
          <ac:spMkLst>
            <pc:docMk/>
            <pc:sldMk cId="476774339" sldId="362"/>
            <ac:spMk id="6" creationId="{A45A822E-8D4C-FD71-B56B-6DB5A36B1FE2}"/>
          </ac:spMkLst>
        </pc:spChg>
        <pc:picChg chg="add mod">
          <ac:chgData name="elwison.denampo@cit.edu" userId="S::urn:spo:guest#elwison.denampo@cit.edu::" providerId="AD" clId="Web-{E10C145C-4D73-063D-7E73-598932475041}" dt="2025-11-18T00:17:53.982" v="202" actId="14100"/>
          <ac:picMkLst>
            <pc:docMk/>
            <pc:sldMk cId="476774339" sldId="362"/>
            <ac:picMk id="3" creationId="{DCE77C79-90D7-28D7-F659-EACDE0EEFA60}"/>
          </ac:picMkLst>
        </pc:picChg>
      </pc:sldChg>
      <pc:sldChg chg="addSp delSp modSp">
        <pc:chgData name="elwison.denampo@cit.edu" userId="S::urn:spo:guest#elwison.denampo@cit.edu::" providerId="AD" clId="Web-{E10C145C-4D73-063D-7E73-598932475041}" dt="2025-11-18T00:18:56.091" v="236" actId="20577"/>
        <pc:sldMkLst>
          <pc:docMk/>
          <pc:sldMk cId="2254982010" sldId="363"/>
        </pc:sldMkLst>
        <pc:spChg chg="del">
          <ac:chgData name="elwison.denampo@cit.edu" userId="S::urn:spo:guest#elwison.denampo@cit.edu::" providerId="AD" clId="Web-{E10C145C-4D73-063D-7E73-598932475041}" dt="2025-11-18T00:18:41.747" v="213"/>
          <ac:spMkLst>
            <pc:docMk/>
            <pc:sldMk cId="2254982010" sldId="363"/>
            <ac:spMk id="2" creationId="{AABFC862-47E6-676D-94FD-A64A5C5BCD5B}"/>
          </ac:spMkLst>
        </pc:spChg>
        <pc:spChg chg="mod">
          <ac:chgData name="elwison.denampo@cit.edu" userId="S::urn:spo:guest#elwison.denampo@cit.edu::" providerId="AD" clId="Web-{E10C145C-4D73-063D-7E73-598932475041}" dt="2025-11-18T00:18:56.091" v="236" actId="20577"/>
          <ac:spMkLst>
            <pc:docMk/>
            <pc:sldMk cId="2254982010" sldId="363"/>
            <ac:spMk id="6" creationId="{56C62112-73FE-1636-89C0-8D2897E6DF1E}"/>
          </ac:spMkLst>
        </pc:spChg>
        <pc:picChg chg="add mod">
          <ac:chgData name="elwison.denampo@cit.edu" userId="S::urn:spo:guest#elwison.denampo@cit.edu::" providerId="AD" clId="Web-{E10C145C-4D73-063D-7E73-598932475041}" dt="2025-11-18T00:18:45.997" v="216" actId="14100"/>
          <ac:picMkLst>
            <pc:docMk/>
            <pc:sldMk cId="2254982010" sldId="363"/>
            <ac:picMk id="3" creationId="{9F816A13-1018-36A4-196B-A264D7018EE9}"/>
          </ac:picMkLst>
        </pc:picChg>
      </pc:sldChg>
      <pc:sldChg chg="modSp">
        <pc:chgData name="elwison.denampo@cit.edu" userId="S::urn:spo:guest#elwison.denampo@cit.edu::" providerId="AD" clId="Web-{E10C145C-4D73-063D-7E73-598932475041}" dt="2025-11-18T00:20:43.200" v="270" actId="20577"/>
        <pc:sldMkLst>
          <pc:docMk/>
          <pc:sldMk cId="4156799162" sldId="364"/>
        </pc:sldMkLst>
        <pc:spChg chg="mod">
          <ac:chgData name="elwison.denampo@cit.edu" userId="S::urn:spo:guest#elwison.denampo@cit.edu::" providerId="AD" clId="Web-{E10C145C-4D73-063D-7E73-598932475041}" dt="2025-11-18T00:20:43.200" v="270" actId="20577"/>
          <ac:spMkLst>
            <pc:docMk/>
            <pc:sldMk cId="4156799162" sldId="364"/>
            <ac:spMk id="6" creationId="{20A45170-C4AB-6C6E-6BD3-56A85CD74F2D}"/>
          </ac:spMkLst>
        </pc:spChg>
      </pc:sldChg>
      <pc:sldChg chg="modSp">
        <pc:chgData name="elwison.denampo@cit.edu" userId="S::urn:spo:guest#elwison.denampo@cit.edu::" providerId="AD" clId="Web-{E10C145C-4D73-063D-7E73-598932475041}" dt="2025-11-18T00:21:04.028" v="281" actId="20577"/>
        <pc:sldMkLst>
          <pc:docMk/>
          <pc:sldMk cId="1235023756" sldId="365"/>
        </pc:sldMkLst>
        <pc:spChg chg="mod">
          <ac:chgData name="elwison.denampo@cit.edu" userId="S::urn:spo:guest#elwison.denampo@cit.edu::" providerId="AD" clId="Web-{E10C145C-4D73-063D-7E73-598932475041}" dt="2025-11-18T00:21:04.028" v="281" actId="20577"/>
          <ac:spMkLst>
            <pc:docMk/>
            <pc:sldMk cId="1235023756" sldId="365"/>
            <ac:spMk id="6" creationId="{FC7E50AA-F726-C7A1-39CE-81AFE09B6E9E}"/>
          </ac:spMkLst>
        </pc:spChg>
      </pc:sldChg>
      <pc:sldChg chg="modSp">
        <pc:chgData name="elwison.denampo@cit.edu" userId="S::urn:spo:guest#elwison.denampo@cit.edu::" providerId="AD" clId="Web-{E10C145C-4D73-063D-7E73-598932475041}" dt="2025-11-18T00:21:08.435" v="283" actId="20577"/>
        <pc:sldMkLst>
          <pc:docMk/>
          <pc:sldMk cId="2665106361" sldId="366"/>
        </pc:sldMkLst>
        <pc:spChg chg="mod">
          <ac:chgData name="elwison.denampo@cit.edu" userId="S::urn:spo:guest#elwison.denampo@cit.edu::" providerId="AD" clId="Web-{E10C145C-4D73-063D-7E73-598932475041}" dt="2025-11-18T00:21:08.435" v="283" actId="20577"/>
          <ac:spMkLst>
            <pc:docMk/>
            <pc:sldMk cId="2665106361" sldId="366"/>
            <ac:spMk id="6" creationId="{BCA1EBEB-20F5-7499-4E25-A0CC8AA9ACA5}"/>
          </ac:spMkLst>
        </pc:spChg>
      </pc:sldChg>
      <pc:sldChg chg="modSp">
        <pc:chgData name="elwison.denampo@cit.edu" userId="S::urn:spo:guest#elwison.denampo@cit.edu::" providerId="AD" clId="Web-{E10C145C-4D73-063D-7E73-598932475041}" dt="2025-11-18T00:21:32.684" v="300" actId="20577"/>
        <pc:sldMkLst>
          <pc:docMk/>
          <pc:sldMk cId="2567649512" sldId="367"/>
        </pc:sldMkLst>
        <pc:spChg chg="mod">
          <ac:chgData name="elwison.denampo@cit.edu" userId="S::urn:spo:guest#elwison.denampo@cit.edu::" providerId="AD" clId="Web-{E10C145C-4D73-063D-7E73-598932475041}" dt="2025-11-18T00:21:32.684" v="300" actId="20577"/>
          <ac:spMkLst>
            <pc:docMk/>
            <pc:sldMk cId="2567649512" sldId="367"/>
            <ac:spMk id="6" creationId="{D50E9EF7-52B5-2368-4E4A-170A60539E3C}"/>
          </ac:spMkLst>
        </pc:spChg>
      </pc:sldChg>
      <pc:sldChg chg="modSp">
        <pc:chgData name="elwison.denampo@cit.edu" userId="S::urn:spo:guest#elwison.denampo@cit.edu::" providerId="AD" clId="Web-{E10C145C-4D73-063D-7E73-598932475041}" dt="2025-11-18T00:21:39.591" v="302" actId="20577"/>
        <pc:sldMkLst>
          <pc:docMk/>
          <pc:sldMk cId="1527141367" sldId="368"/>
        </pc:sldMkLst>
        <pc:spChg chg="mod">
          <ac:chgData name="elwison.denampo@cit.edu" userId="S::urn:spo:guest#elwison.denampo@cit.edu::" providerId="AD" clId="Web-{E10C145C-4D73-063D-7E73-598932475041}" dt="2025-11-18T00:21:39.591" v="302" actId="20577"/>
          <ac:spMkLst>
            <pc:docMk/>
            <pc:sldMk cId="1527141367" sldId="368"/>
            <ac:spMk id="6" creationId="{427A6960-1C1D-1A0C-1ACC-5207264B09B3}"/>
          </ac:spMkLst>
        </pc:spChg>
      </pc:sldChg>
      <pc:sldChg chg="modSp">
        <pc:chgData name="elwison.denampo@cit.edu" userId="S::urn:spo:guest#elwison.denampo@cit.edu::" providerId="AD" clId="Web-{E10C145C-4D73-063D-7E73-598932475041}" dt="2025-11-18T00:21:50.388" v="323" actId="20577"/>
        <pc:sldMkLst>
          <pc:docMk/>
          <pc:sldMk cId="2364091868" sldId="369"/>
        </pc:sldMkLst>
        <pc:spChg chg="mod">
          <ac:chgData name="elwison.denampo@cit.edu" userId="S::urn:spo:guest#elwison.denampo@cit.edu::" providerId="AD" clId="Web-{E10C145C-4D73-063D-7E73-598932475041}" dt="2025-11-18T00:21:50.388" v="323" actId="20577"/>
          <ac:spMkLst>
            <pc:docMk/>
            <pc:sldMk cId="2364091868" sldId="369"/>
            <ac:spMk id="6" creationId="{BBCA6920-CB04-87A5-9493-277732465120}"/>
          </ac:spMkLst>
        </pc:spChg>
      </pc:sldChg>
      <pc:sldChg chg="modSp">
        <pc:chgData name="elwison.denampo@cit.edu" userId="S::urn:spo:guest#elwison.denampo@cit.edu::" providerId="AD" clId="Web-{E10C145C-4D73-063D-7E73-598932475041}" dt="2025-11-18T00:23:20.841" v="357" actId="20577"/>
        <pc:sldMkLst>
          <pc:docMk/>
          <pc:sldMk cId="2381471563" sldId="370"/>
        </pc:sldMkLst>
        <pc:spChg chg="mod">
          <ac:chgData name="elwison.denampo@cit.edu" userId="S::urn:spo:guest#elwison.denampo@cit.edu::" providerId="AD" clId="Web-{E10C145C-4D73-063D-7E73-598932475041}" dt="2025-11-18T00:23:20.841" v="357" actId="20577"/>
          <ac:spMkLst>
            <pc:docMk/>
            <pc:sldMk cId="2381471563" sldId="370"/>
            <ac:spMk id="6" creationId="{BC943727-B11A-3D38-E0F5-4A86B6063418}"/>
          </ac:spMkLst>
        </pc:spChg>
      </pc:sldChg>
      <pc:sldChg chg="addSp delSp modSp">
        <pc:chgData name="elwison.denampo@cit.edu" userId="S::urn:spo:guest#elwison.denampo@cit.edu::" providerId="AD" clId="Web-{E10C145C-4D73-063D-7E73-598932475041}" dt="2025-11-18T00:24:11.044" v="426" actId="14100"/>
        <pc:sldMkLst>
          <pc:docMk/>
          <pc:sldMk cId="3027733542" sldId="371"/>
        </pc:sldMkLst>
        <pc:spChg chg="del">
          <ac:chgData name="elwison.denampo@cit.edu" userId="S::urn:spo:guest#elwison.denampo@cit.edu::" providerId="AD" clId="Web-{E10C145C-4D73-063D-7E73-598932475041}" dt="2025-11-18T00:24:04.450" v="423"/>
          <ac:spMkLst>
            <pc:docMk/>
            <pc:sldMk cId="3027733542" sldId="371"/>
            <ac:spMk id="2" creationId="{CA634D55-FC51-F03E-C22D-D7E94B223101}"/>
          </ac:spMkLst>
        </pc:spChg>
        <pc:spChg chg="mod">
          <ac:chgData name="elwison.denampo@cit.edu" userId="S::urn:spo:guest#elwison.denampo@cit.edu::" providerId="AD" clId="Web-{E10C145C-4D73-063D-7E73-598932475041}" dt="2025-11-18T00:23:53.528" v="412" actId="20577"/>
          <ac:spMkLst>
            <pc:docMk/>
            <pc:sldMk cId="3027733542" sldId="371"/>
            <ac:spMk id="6" creationId="{F09D3C30-89E1-0BAD-E320-04E2A3159A24}"/>
          </ac:spMkLst>
        </pc:spChg>
        <pc:picChg chg="add mod">
          <ac:chgData name="elwison.denampo@cit.edu" userId="S::urn:spo:guest#elwison.denampo@cit.edu::" providerId="AD" clId="Web-{E10C145C-4D73-063D-7E73-598932475041}" dt="2025-11-18T00:24:11.044" v="426" actId="14100"/>
          <ac:picMkLst>
            <pc:docMk/>
            <pc:sldMk cId="3027733542" sldId="371"/>
            <ac:picMk id="3" creationId="{59A3E900-3F81-7CB2-7695-3FB2969B60C7}"/>
          </ac:picMkLst>
        </pc:picChg>
      </pc:sldChg>
      <pc:sldChg chg="modSp">
        <pc:chgData name="elwison.denampo@cit.edu" userId="S::urn:spo:guest#elwison.denampo@cit.edu::" providerId="AD" clId="Web-{E10C145C-4D73-063D-7E73-598932475041}" dt="2025-11-18T00:15:56.576" v="143" actId="20577"/>
        <pc:sldMkLst>
          <pc:docMk/>
          <pc:sldMk cId="2534628096" sldId="391"/>
        </pc:sldMkLst>
        <pc:spChg chg="mod">
          <ac:chgData name="elwison.denampo@cit.edu" userId="S::urn:spo:guest#elwison.denampo@cit.edu::" providerId="AD" clId="Web-{E10C145C-4D73-063D-7E73-598932475041}" dt="2025-11-18T00:15:56.576" v="143" actId="20577"/>
          <ac:spMkLst>
            <pc:docMk/>
            <pc:sldMk cId="2534628096" sldId="391"/>
            <ac:spMk id="6" creationId="{ADD792C7-5F2C-4F21-2CC0-0A0405E11FEB}"/>
          </ac:spMkLst>
        </pc:spChg>
      </pc:sldChg>
      <pc:sldChg chg="modSp add replId">
        <pc:chgData name="elwison.denampo@cit.edu" userId="S::urn:spo:guest#elwison.denampo@cit.edu::" providerId="AD" clId="Web-{E10C145C-4D73-063D-7E73-598932475041}" dt="2025-11-18T00:16:00.154" v="144" actId="20577"/>
        <pc:sldMkLst>
          <pc:docMk/>
          <pc:sldMk cId="1593312667" sldId="392"/>
        </pc:sldMkLst>
        <pc:spChg chg="mod">
          <ac:chgData name="elwison.denampo@cit.edu" userId="S::urn:spo:guest#elwison.denampo@cit.edu::" providerId="AD" clId="Web-{E10C145C-4D73-063D-7E73-598932475041}" dt="2025-11-18T00:16:00.154" v="144" actId="20577"/>
          <ac:spMkLst>
            <pc:docMk/>
            <pc:sldMk cId="1593312667" sldId="392"/>
            <ac:spMk id="6" creationId="{5727BBF1-E77E-C862-F913-9063EB2644C9}"/>
          </ac:spMkLst>
        </pc:spChg>
      </pc:sldChg>
      <pc:sldChg chg="modSp add replId">
        <pc:chgData name="elwison.denampo@cit.edu" userId="S::urn:spo:guest#elwison.denampo@cit.edu::" providerId="AD" clId="Web-{E10C145C-4D73-063D-7E73-598932475041}" dt="2025-11-18T00:16:13.341" v="153" actId="20577"/>
        <pc:sldMkLst>
          <pc:docMk/>
          <pc:sldMk cId="3873902502" sldId="393"/>
        </pc:sldMkLst>
        <pc:spChg chg="mod">
          <ac:chgData name="elwison.denampo@cit.edu" userId="S::urn:spo:guest#elwison.denampo@cit.edu::" providerId="AD" clId="Web-{E10C145C-4D73-063D-7E73-598932475041}" dt="2025-11-18T00:16:13.341" v="153" actId="20577"/>
          <ac:spMkLst>
            <pc:docMk/>
            <pc:sldMk cId="3873902502" sldId="393"/>
            <ac:spMk id="6" creationId="{3314CAF8-F8AA-29BC-4A26-82AC62EC44E5}"/>
          </ac:spMkLst>
        </pc:spChg>
      </pc:sldChg>
      <pc:sldChg chg="addSp delSp modSp add replId">
        <pc:chgData name="elwison.denampo@cit.edu" userId="S::urn:spo:guest#elwison.denampo@cit.edu::" providerId="AD" clId="Web-{E10C145C-4D73-063D-7E73-598932475041}" dt="2025-11-18T00:16:08.341" v="150" actId="20577"/>
        <pc:sldMkLst>
          <pc:docMk/>
          <pc:sldMk cId="514411886" sldId="394"/>
        </pc:sldMkLst>
        <pc:spChg chg="mod">
          <ac:chgData name="elwison.denampo@cit.edu" userId="S::urn:spo:guest#elwison.denampo@cit.edu::" providerId="AD" clId="Web-{E10C145C-4D73-063D-7E73-598932475041}" dt="2025-11-18T00:16:08.341" v="150" actId="20577"/>
          <ac:spMkLst>
            <pc:docMk/>
            <pc:sldMk cId="514411886" sldId="394"/>
            <ac:spMk id="6" creationId="{E45878B5-0745-B5A0-7A30-0DF2B7FF0B0C}"/>
          </ac:spMkLst>
        </pc:spChg>
        <pc:picChg chg="add mod">
          <ac:chgData name="elwison.denampo@cit.edu" userId="S::urn:spo:guest#elwison.denampo@cit.edu::" providerId="AD" clId="Web-{E10C145C-4D73-063D-7E73-598932475041}" dt="2025-11-18T00:13:12.670" v="72" actId="14100"/>
          <ac:picMkLst>
            <pc:docMk/>
            <pc:sldMk cId="514411886" sldId="394"/>
            <ac:picMk id="2" creationId="{B112D2C1-2838-8BDB-6F9F-50B1F91B8227}"/>
          </ac:picMkLst>
        </pc:picChg>
        <pc:picChg chg="del">
          <ac:chgData name="elwison.denampo@cit.edu" userId="S::urn:spo:guest#elwison.denampo@cit.edu::" providerId="AD" clId="Web-{E10C145C-4D73-063D-7E73-598932475041}" dt="2025-11-18T00:13:08.357" v="69"/>
          <ac:picMkLst>
            <pc:docMk/>
            <pc:sldMk cId="514411886" sldId="394"/>
            <ac:picMk id="3" creationId="{B09F57FF-AC2E-EA4B-3A5C-AD5625E95BEA}"/>
          </ac:picMkLst>
        </pc:picChg>
      </pc:sldChg>
      <pc:sldChg chg="modSp add replId">
        <pc:chgData name="elwison.denampo@cit.edu" userId="S::urn:spo:guest#elwison.denampo@cit.edu::" providerId="AD" clId="Web-{E10C145C-4D73-063D-7E73-598932475041}" dt="2025-11-18T00:17:10.622" v="178" actId="20577"/>
        <pc:sldMkLst>
          <pc:docMk/>
          <pc:sldMk cId="1870556689" sldId="395"/>
        </pc:sldMkLst>
        <pc:spChg chg="mod">
          <ac:chgData name="elwison.denampo@cit.edu" userId="S::urn:spo:guest#elwison.denampo@cit.edu::" providerId="AD" clId="Web-{E10C145C-4D73-063D-7E73-598932475041}" dt="2025-11-18T00:17:10.622" v="178" actId="20577"/>
          <ac:spMkLst>
            <pc:docMk/>
            <pc:sldMk cId="1870556689" sldId="395"/>
            <ac:spMk id="6" creationId="{2D276578-1BEE-10B6-7EC3-2313F9571CC8}"/>
          </ac:spMkLst>
        </pc:spChg>
      </pc:sldChg>
      <pc:sldChg chg="modSp add replId">
        <pc:chgData name="elwison.denampo@cit.edu" userId="S::urn:spo:guest#elwison.denampo@cit.edu::" providerId="AD" clId="Web-{E10C145C-4D73-063D-7E73-598932475041}" dt="2025-11-18T00:18:05.341" v="211" actId="20577"/>
        <pc:sldMkLst>
          <pc:docMk/>
          <pc:sldMk cId="2846414972" sldId="396"/>
        </pc:sldMkLst>
        <pc:spChg chg="mod">
          <ac:chgData name="elwison.denampo@cit.edu" userId="S::urn:spo:guest#elwison.denampo@cit.edu::" providerId="AD" clId="Web-{E10C145C-4D73-063D-7E73-598932475041}" dt="2025-11-18T00:18:05.341" v="211" actId="20577"/>
          <ac:spMkLst>
            <pc:docMk/>
            <pc:sldMk cId="2846414972" sldId="396"/>
            <ac:spMk id="6" creationId="{1481AAD5-78C5-B312-BE42-293E415F1613}"/>
          </ac:spMkLst>
        </pc:spChg>
      </pc:sldChg>
      <pc:sldChg chg="modSp add replId">
        <pc:chgData name="elwison.denampo@cit.edu" userId="S::urn:spo:guest#elwison.denampo@cit.edu::" providerId="AD" clId="Web-{E10C145C-4D73-063D-7E73-598932475041}" dt="2025-11-18T00:20:39.591" v="268" actId="20577"/>
        <pc:sldMkLst>
          <pc:docMk/>
          <pc:sldMk cId="3874604096" sldId="397"/>
        </pc:sldMkLst>
        <pc:spChg chg="mod">
          <ac:chgData name="elwison.denampo@cit.edu" userId="S::urn:spo:guest#elwison.denampo@cit.edu::" providerId="AD" clId="Web-{E10C145C-4D73-063D-7E73-598932475041}" dt="2025-11-18T00:20:39.591" v="268" actId="20577"/>
          <ac:spMkLst>
            <pc:docMk/>
            <pc:sldMk cId="3874604096" sldId="397"/>
            <ac:spMk id="6" creationId="{DA210C99-5137-F55B-80DB-E9AA2BD00FA9}"/>
          </ac:spMkLst>
        </pc:spChg>
      </pc:sldChg>
      <pc:sldChg chg="addSp delSp modSp add replId">
        <pc:chgData name="elwison.denampo@cit.edu" userId="S::urn:spo:guest#elwison.denampo@cit.edu::" providerId="AD" clId="Web-{E10C145C-4D73-063D-7E73-598932475041}" dt="2025-11-18T00:19:44.450" v="241" actId="14100"/>
        <pc:sldMkLst>
          <pc:docMk/>
          <pc:sldMk cId="1857372045" sldId="398"/>
        </pc:sldMkLst>
        <pc:picChg chg="add mod">
          <ac:chgData name="elwison.denampo@cit.edu" userId="S::urn:spo:guest#elwison.denampo@cit.edu::" providerId="AD" clId="Web-{E10C145C-4D73-063D-7E73-598932475041}" dt="2025-11-18T00:19:44.450" v="241" actId="14100"/>
          <ac:picMkLst>
            <pc:docMk/>
            <pc:sldMk cId="1857372045" sldId="398"/>
            <ac:picMk id="2" creationId="{E57AA4A2-4EA4-12AF-8530-238F5AAA3070}"/>
          </ac:picMkLst>
        </pc:picChg>
        <pc:picChg chg="del">
          <ac:chgData name="elwison.denampo@cit.edu" userId="S::urn:spo:guest#elwison.denampo@cit.edu::" providerId="AD" clId="Web-{E10C145C-4D73-063D-7E73-598932475041}" dt="2025-11-18T00:19:40.653" v="238"/>
          <ac:picMkLst>
            <pc:docMk/>
            <pc:sldMk cId="1857372045" sldId="398"/>
            <ac:picMk id="3" creationId="{0DD40759-0581-A644-0FED-516BE55FBED2}"/>
          </ac:picMkLst>
        </pc:picChg>
      </pc:sldChg>
      <pc:sldChg chg="addSp delSp modSp add ord replId">
        <pc:chgData name="elwison.denampo@cit.edu" userId="S::urn:spo:guest#elwison.denampo@cit.edu::" providerId="AD" clId="Web-{E10C145C-4D73-063D-7E73-598932475041}" dt="2025-11-18T00:20:56.747" v="273" actId="20577"/>
        <pc:sldMkLst>
          <pc:docMk/>
          <pc:sldMk cId="763193093" sldId="399"/>
        </pc:sldMkLst>
        <pc:spChg chg="del">
          <ac:chgData name="elwison.denampo@cit.edu" userId="S::urn:spo:guest#elwison.denampo@cit.edu::" providerId="AD" clId="Web-{E10C145C-4D73-063D-7E73-598932475041}" dt="2025-11-18T00:20:12.778" v="256"/>
          <ac:spMkLst>
            <pc:docMk/>
            <pc:sldMk cId="763193093" sldId="399"/>
            <ac:spMk id="2" creationId="{4E096B8D-5C98-27C8-0702-DF67433439C8}"/>
          </ac:spMkLst>
        </pc:spChg>
        <pc:spChg chg="mod">
          <ac:chgData name="elwison.denampo@cit.edu" userId="S::urn:spo:guest#elwison.denampo@cit.edu::" providerId="AD" clId="Web-{E10C145C-4D73-063D-7E73-598932475041}" dt="2025-11-18T00:20:56.747" v="273" actId="20577"/>
          <ac:spMkLst>
            <pc:docMk/>
            <pc:sldMk cId="763193093" sldId="399"/>
            <ac:spMk id="6" creationId="{53D3A7CF-C94F-AD19-052B-CD350C771891}"/>
          </ac:spMkLst>
        </pc:spChg>
        <pc:picChg chg="add mod">
          <ac:chgData name="elwison.denampo@cit.edu" userId="S::urn:spo:guest#elwison.denampo@cit.edu::" providerId="AD" clId="Web-{E10C145C-4D73-063D-7E73-598932475041}" dt="2025-11-18T00:20:26.575" v="259" actId="14100"/>
          <ac:picMkLst>
            <pc:docMk/>
            <pc:sldMk cId="763193093" sldId="399"/>
            <ac:picMk id="3" creationId="{A3350FDF-79CB-F7A1-8885-4D0F15BE7241}"/>
          </ac:picMkLst>
        </pc:picChg>
      </pc:sldChg>
      <pc:sldChg chg="addSp delSp modSp add ord replId">
        <pc:chgData name="elwison.denampo@cit.edu" userId="S::urn:spo:guest#elwison.denampo@cit.edu::" providerId="AD" clId="Web-{E10C145C-4D73-063D-7E73-598932475041}" dt="2025-11-18T00:23:10.591" v="349" actId="14100"/>
        <pc:sldMkLst>
          <pc:docMk/>
          <pc:sldMk cId="4283671329" sldId="400"/>
        </pc:sldMkLst>
        <pc:spChg chg="del">
          <ac:chgData name="elwison.denampo@cit.edu" userId="S::urn:spo:guest#elwison.denampo@cit.edu::" providerId="AD" clId="Web-{E10C145C-4D73-063D-7E73-598932475041}" dt="2025-11-18T00:22:41.184" v="342"/>
          <ac:spMkLst>
            <pc:docMk/>
            <pc:sldMk cId="4283671329" sldId="400"/>
            <ac:spMk id="2" creationId="{7A0F5019-A32C-3A60-17D8-D4A11CDB4A11}"/>
          </ac:spMkLst>
        </pc:spChg>
        <pc:spChg chg="mod">
          <ac:chgData name="elwison.denampo@cit.edu" userId="S::urn:spo:guest#elwison.denampo@cit.edu::" providerId="AD" clId="Web-{E10C145C-4D73-063D-7E73-598932475041}" dt="2025-11-18T00:22:35.263" v="341" actId="20577"/>
          <ac:spMkLst>
            <pc:docMk/>
            <pc:sldMk cId="4283671329" sldId="400"/>
            <ac:spMk id="6" creationId="{570FC9FB-8B8B-1F1E-ED87-92EB5C3B2D27}"/>
          </ac:spMkLst>
        </pc:spChg>
        <pc:picChg chg="add del mod">
          <ac:chgData name="elwison.denampo@cit.edu" userId="S::urn:spo:guest#elwison.denampo@cit.edu::" providerId="AD" clId="Web-{E10C145C-4D73-063D-7E73-598932475041}" dt="2025-11-18T00:23:07.106" v="346"/>
          <ac:picMkLst>
            <pc:docMk/>
            <pc:sldMk cId="4283671329" sldId="400"/>
            <ac:picMk id="3" creationId="{E09DCBD0-BC2A-33BA-EAA0-FC60B2973A6D}"/>
          </ac:picMkLst>
        </pc:picChg>
        <pc:picChg chg="add mod">
          <ac:chgData name="elwison.denampo@cit.edu" userId="S::urn:spo:guest#elwison.denampo@cit.edu::" providerId="AD" clId="Web-{E10C145C-4D73-063D-7E73-598932475041}" dt="2025-11-18T00:23:10.591" v="349" actId="14100"/>
          <ac:picMkLst>
            <pc:docMk/>
            <pc:sldMk cId="4283671329" sldId="400"/>
            <ac:picMk id="4" creationId="{BB3E7E08-17A0-0B43-DC20-CFBCABC53ED5}"/>
          </ac:picMkLst>
        </pc:picChg>
      </pc:sldChg>
      <pc:sldChg chg="modSp add replId">
        <pc:chgData name="elwison.denampo@cit.edu" userId="S::urn:spo:guest#elwison.denampo@cit.edu::" providerId="AD" clId="Web-{E10C145C-4D73-063D-7E73-598932475041}" dt="2025-11-18T00:24:01.669" v="422" actId="20577"/>
        <pc:sldMkLst>
          <pc:docMk/>
          <pc:sldMk cId="3421289616" sldId="401"/>
        </pc:sldMkLst>
        <pc:spChg chg="mod">
          <ac:chgData name="elwison.denampo@cit.edu" userId="S::urn:spo:guest#elwison.denampo@cit.edu::" providerId="AD" clId="Web-{E10C145C-4D73-063D-7E73-598932475041}" dt="2025-11-18T00:24:01.669" v="422" actId="20577"/>
          <ac:spMkLst>
            <pc:docMk/>
            <pc:sldMk cId="3421289616" sldId="401"/>
            <ac:spMk id="6" creationId="{E1FE761A-C76C-DA0E-6A53-C8CC8ED450CB}"/>
          </ac:spMkLst>
        </pc:spChg>
      </pc:sldChg>
      <pc:sldChg chg="addSp delSp modSp add replId">
        <pc:chgData name="elwison.denampo@cit.edu" userId="S::urn:spo:guest#elwison.denampo@cit.edu::" providerId="AD" clId="Web-{E10C145C-4D73-063D-7E73-598932475041}" dt="2025-11-18T00:24:35.247" v="433"/>
        <pc:sldMkLst>
          <pc:docMk/>
          <pc:sldMk cId="3899156188" sldId="402"/>
        </pc:sldMkLst>
        <pc:picChg chg="add mod">
          <ac:chgData name="elwison.denampo@cit.edu" userId="S::urn:spo:guest#elwison.denampo@cit.edu::" providerId="AD" clId="Web-{E10C145C-4D73-063D-7E73-598932475041}" dt="2025-11-18T00:24:24.137" v="431" actId="14100"/>
          <ac:picMkLst>
            <pc:docMk/>
            <pc:sldMk cId="3899156188" sldId="402"/>
            <ac:picMk id="2" creationId="{1D49D911-BAFB-D1EA-EE6E-A2E0879A4E22}"/>
          </ac:picMkLst>
        </pc:picChg>
        <pc:picChg chg="del">
          <ac:chgData name="elwison.denampo@cit.edu" userId="S::urn:spo:guest#elwison.denampo@cit.edu::" providerId="AD" clId="Web-{E10C145C-4D73-063D-7E73-598932475041}" dt="2025-11-18T00:24:20.247" v="428"/>
          <ac:picMkLst>
            <pc:docMk/>
            <pc:sldMk cId="3899156188" sldId="402"/>
            <ac:picMk id="3" creationId="{4FE65D4B-76C2-8D86-7F6B-ED6F78CEFC11}"/>
          </ac:picMkLst>
        </pc:picChg>
        <pc:picChg chg="add del">
          <ac:chgData name="elwison.denampo@cit.edu" userId="S::urn:spo:guest#elwison.denampo@cit.edu::" providerId="AD" clId="Web-{E10C145C-4D73-063D-7E73-598932475041}" dt="2025-11-18T00:24:35.247" v="433"/>
          <ac:picMkLst>
            <pc:docMk/>
            <pc:sldMk cId="3899156188" sldId="402"/>
            <ac:picMk id="4" creationId="{32BE237A-8515-EEF0-A9EB-FC73DA2DEE41}"/>
          </ac:picMkLst>
        </pc:picChg>
      </pc:sldChg>
      <pc:sldChg chg="addSp delSp modSp add replId">
        <pc:chgData name="elwison.denampo@cit.edu" userId="S::urn:spo:guest#elwison.denampo@cit.edu::" providerId="AD" clId="Web-{E10C145C-4D73-063D-7E73-598932475041}" dt="2025-11-18T00:24:42.153" v="438" actId="14100"/>
        <pc:sldMkLst>
          <pc:docMk/>
          <pc:sldMk cId="860991622" sldId="403"/>
        </pc:sldMkLst>
        <pc:picChg chg="del">
          <ac:chgData name="elwison.denampo@cit.edu" userId="S::urn:spo:guest#elwison.denampo@cit.edu::" providerId="AD" clId="Web-{E10C145C-4D73-063D-7E73-598932475041}" dt="2025-11-18T00:24:38.450" v="435"/>
          <ac:picMkLst>
            <pc:docMk/>
            <pc:sldMk cId="860991622" sldId="403"/>
            <ac:picMk id="2" creationId="{D64B0BE7-282F-19A6-4CA2-22D2F3E36DFF}"/>
          </ac:picMkLst>
        </pc:picChg>
        <pc:picChg chg="add mod">
          <ac:chgData name="elwison.denampo@cit.edu" userId="S::urn:spo:guest#elwison.denampo@cit.edu::" providerId="AD" clId="Web-{E10C145C-4D73-063D-7E73-598932475041}" dt="2025-11-18T00:24:42.153" v="438" actId="14100"/>
          <ac:picMkLst>
            <pc:docMk/>
            <pc:sldMk cId="860991622" sldId="403"/>
            <ac:picMk id="3" creationId="{B09B5B90-3C76-9F0E-188A-D5C16A4313BA}"/>
          </ac:picMkLst>
        </pc:picChg>
      </pc:sldChg>
      <pc:sldChg chg="addSp delSp modSp add replId">
        <pc:chgData name="elwison.denampo@cit.edu" userId="S::urn:spo:guest#elwison.denampo@cit.edu::" providerId="AD" clId="Web-{E10C145C-4D73-063D-7E73-598932475041}" dt="2025-11-18T00:24:55.794" v="443" actId="14100"/>
        <pc:sldMkLst>
          <pc:docMk/>
          <pc:sldMk cId="1542561118" sldId="404"/>
        </pc:sldMkLst>
        <pc:picChg chg="add mod">
          <ac:chgData name="elwison.denampo@cit.edu" userId="S::urn:spo:guest#elwison.denampo@cit.edu::" providerId="AD" clId="Web-{E10C145C-4D73-063D-7E73-598932475041}" dt="2025-11-18T00:24:55.794" v="443" actId="14100"/>
          <ac:picMkLst>
            <pc:docMk/>
            <pc:sldMk cId="1542561118" sldId="404"/>
            <ac:picMk id="2" creationId="{24667EF8-1342-97CE-5CE4-89A3BBE5E4E5}"/>
          </ac:picMkLst>
        </pc:picChg>
        <pc:picChg chg="del">
          <ac:chgData name="elwison.denampo@cit.edu" userId="S::urn:spo:guest#elwison.denampo@cit.edu::" providerId="AD" clId="Web-{E10C145C-4D73-063D-7E73-598932475041}" dt="2025-11-18T00:24:51.481" v="440"/>
          <ac:picMkLst>
            <pc:docMk/>
            <pc:sldMk cId="1542561118" sldId="404"/>
            <ac:picMk id="3" creationId="{3834C5B3-AB91-47A5-788D-E497E89F26E9}"/>
          </ac:picMkLst>
        </pc:picChg>
      </pc:sldChg>
      <pc:sldChg chg="addSp delSp modSp add ord replId">
        <pc:chgData name="elwison.denampo@cit.edu" userId="S::urn:spo:guest#elwison.denampo@cit.edu::" providerId="AD" clId="Web-{E10C145C-4D73-063D-7E73-598932475041}" dt="2025-11-18T00:26:16.012" v="453" actId="14100"/>
        <pc:sldMkLst>
          <pc:docMk/>
          <pc:sldMk cId="828466662" sldId="405"/>
        </pc:sldMkLst>
        <pc:spChg chg="del">
          <ac:chgData name="elwison.denampo@cit.edu" userId="S::urn:spo:guest#elwison.denampo@cit.edu::" providerId="AD" clId="Web-{E10C145C-4D73-063D-7E73-598932475041}" dt="2025-11-18T00:25:24.981" v="449"/>
          <ac:spMkLst>
            <pc:docMk/>
            <pc:sldMk cId="828466662" sldId="405"/>
            <ac:spMk id="2" creationId="{5399EE6E-6C09-AC35-48D4-2B33F7EDDE07}"/>
          </ac:spMkLst>
        </pc:spChg>
        <pc:spChg chg="mod">
          <ac:chgData name="elwison.denampo@cit.edu" userId="S::urn:spo:guest#elwison.denampo@cit.edu::" providerId="AD" clId="Web-{E10C145C-4D73-063D-7E73-598932475041}" dt="2025-11-18T00:25:19.841" v="448" actId="20577"/>
          <ac:spMkLst>
            <pc:docMk/>
            <pc:sldMk cId="828466662" sldId="405"/>
            <ac:spMk id="6" creationId="{9A118A21-1B16-4FFB-8C2A-CD970DC46E6C}"/>
          </ac:spMkLst>
        </pc:spChg>
        <pc:picChg chg="add mod">
          <ac:chgData name="elwison.denampo@cit.edu" userId="S::urn:spo:guest#elwison.denampo@cit.edu::" providerId="AD" clId="Web-{E10C145C-4D73-063D-7E73-598932475041}" dt="2025-11-18T00:26:16.012" v="453" actId="14100"/>
          <ac:picMkLst>
            <pc:docMk/>
            <pc:sldMk cId="828466662" sldId="405"/>
            <ac:picMk id="3" creationId="{018E41C6-05D7-EADB-1588-FBBA395B87AE}"/>
          </ac:picMkLst>
        </pc:picChg>
      </pc:sldChg>
      <pc:sldChg chg="addSp delSp modSp add replId">
        <pc:chgData name="elwison.denampo@cit.edu" userId="S::urn:spo:guest#elwison.denampo@cit.edu::" providerId="AD" clId="Web-{E10C145C-4D73-063D-7E73-598932475041}" dt="2025-11-18T00:26:29.372" v="458" actId="14100"/>
        <pc:sldMkLst>
          <pc:docMk/>
          <pc:sldMk cId="1571688586" sldId="406"/>
        </pc:sldMkLst>
        <pc:picChg chg="add mod">
          <ac:chgData name="elwison.denampo@cit.edu" userId="S::urn:spo:guest#elwison.denampo@cit.edu::" providerId="AD" clId="Web-{E10C145C-4D73-063D-7E73-598932475041}" dt="2025-11-18T00:26:29.372" v="458" actId="14100"/>
          <ac:picMkLst>
            <pc:docMk/>
            <pc:sldMk cId="1571688586" sldId="406"/>
            <ac:picMk id="2" creationId="{9CAADCEF-EC4C-8E30-277D-D9E0728A3A2C}"/>
          </ac:picMkLst>
        </pc:picChg>
        <pc:picChg chg="del">
          <ac:chgData name="elwison.denampo@cit.edu" userId="S::urn:spo:guest#elwison.denampo@cit.edu::" providerId="AD" clId="Web-{E10C145C-4D73-063D-7E73-598932475041}" dt="2025-11-18T00:26:23.887" v="455"/>
          <ac:picMkLst>
            <pc:docMk/>
            <pc:sldMk cId="1571688586" sldId="406"/>
            <ac:picMk id="3" creationId="{277EBBC0-285B-C940-81CA-AB83C1015D4C}"/>
          </ac:picMkLst>
        </pc:picChg>
      </pc:sldChg>
    </pc:docChg>
  </pc:docChgLst>
  <pc:docChgLst>
    <pc:chgData name="marcgerard.rivera@cit.edu" userId="S::urn:spo:guest#marcgerard.rivera@cit.edu::" providerId="AD" clId="Web-{725E7D30-3DCD-BDF5-7BC4-162382015465}"/>
    <pc:docChg chg="addSld delSld modSld sldOrd">
      <pc:chgData name="marcgerard.rivera@cit.edu" userId="S::urn:spo:guest#marcgerard.rivera@cit.edu::" providerId="AD" clId="Web-{725E7D30-3DCD-BDF5-7BC4-162382015465}" dt="2025-11-14T15:34:54.992" v="1357"/>
      <pc:docMkLst>
        <pc:docMk/>
      </pc:docMkLst>
      <pc:sldChg chg="addSp modSp">
        <pc:chgData name="marcgerard.rivera@cit.edu" userId="S::urn:spo:guest#marcgerard.rivera@cit.edu::" providerId="AD" clId="Web-{725E7D30-3DCD-BDF5-7BC4-162382015465}" dt="2025-11-14T13:45:32.133" v="25" actId="20577"/>
        <pc:sldMkLst>
          <pc:docMk/>
          <pc:sldMk cId="0" sldId="256"/>
        </pc:sldMkLst>
        <pc:spChg chg="mod">
          <ac:chgData name="marcgerard.rivera@cit.edu" userId="S::urn:spo:guest#marcgerard.rivera@cit.edu::" providerId="AD" clId="Web-{725E7D30-3DCD-BDF5-7BC4-162382015465}" dt="2025-11-14T13:42:12.177" v="1" actId="20577"/>
          <ac:spMkLst>
            <pc:docMk/>
            <pc:sldMk cId="0" sldId="256"/>
            <ac:spMk id="118" creationId="{00000000-0000-0000-0000-000000000000}"/>
          </ac:spMkLst>
        </pc:spChg>
      </pc:sldChg>
      <pc:sldChg chg="modSp">
        <pc:chgData name="marcgerard.rivera@cit.edu" userId="S::urn:spo:guest#marcgerard.rivera@cit.edu::" providerId="AD" clId="Web-{725E7D30-3DCD-BDF5-7BC4-162382015465}" dt="2025-11-14T13:50:44.859" v="197"/>
        <pc:sldMkLst>
          <pc:docMk/>
          <pc:sldMk cId="3524111229" sldId="301"/>
        </pc:sldMkLst>
        <pc:graphicFrameChg chg="mod modGraphic">
          <ac:chgData name="marcgerard.rivera@cit.edu" userId="S::urn:spo:guest#marcgerard.rivera@cit.edu::" providerId="AD" clId="Web-{725E7D30-3DCD-BDF5-7BC4-162382015465}" dt="2025-11-14T13:50:44.859" v="197"/>
          <ac:graphicFrameMkLst>
            <pc:docMk/>
            <pc:sldMk cId="3524111229" sldId="301"/>
            <ac:graphicFrameMk id="7" creationId="{23E76ECC-4536-4865-8AD7-1B0194E384F6}"/>
          </ac:graphicFrameMkLst>
        </pc:graphicFrameChg>
      </pc:sldChg>
      <pc:sldChg chg="addSp delSp modSp">
        <pc:chgData name="marcgerard.rivera@cit.edu" userId="S::urn:spo:guest#marcgerard.rivera@cit.edu::" providerId="AD" clId="Web-{725E7D30-3DCD-BDF5-7BC4-162382015465}" dt="2025-11-14T15:34:54.992" v="1357"/>
        <pc:sldMkLst>
          <pc:docMk/>
          <pc:sldMk cId="2245706828" sldId="302"/>
        </pc:sldMkLst>
      </pc:sldChg>
      <pc:sldChg chg="modSp add replId">
        <pc:chgData name="marcgerard.rivera@cit.edu" userId="S::urn:spo:guest#marcgerard.rivera@cit.edu::" providerId="AD" clId="Web-{725E7D30-3DCD-BDF5-7BC4-162382015465}" dt="2025-11-14T15:20:03.048" v="1309"/>
        <pc:sldMkLst>
          <pc:docMk/>
          <pc:sldMk cId="42809985" sldId="306"/>
        </pc:sldMkLst>
        <pc:graphicFrameChg chg="mod modGraphic">
          <ac:chgData name="marcgerard.rivera@cit.edu" userId="S::urn:spo:guest#marcgerard.rivera@cit.edu::" providerId="AD" clId="Web-{725E7D30-3DCD-BDF5-7BC4-162382015465}" dt="2025-11-14T15:20:03.048" v="1309"/>
          <ac:graphicFrameMkLst>
            <pc:docMk/>
            <pc:sldMk cId="42809985" sldId="306"/>
            <ac:graphicFrameMk id="3" creationId="{209DBD24-1EDE-B61A-3C92-96DE90D14519}"/>
          </ac:graphicFrameMkLst>
        </pc:graphicFrameChg>
      </pc:sldChg>
    </pc:docChg>
  </pc:docChgLst>
  <pc:docChgLst>
    <pc:chgData name="elwison.denampo@cit.edu" userId="S::urn:spo:guest#elwison.denampo@cit.edu::" providerId="AD" clId="Web-{7D5789E0-3B28-2954-DB92-66F3B33AECCB}"/>
    <pc:docChg chg="addSld delSld modSld sldOrd">
      <pc:chgData name="elwison.denampo@cit.edu" userId="S::urn:spo:guest#elwison.denampo@cit.edu::" providerId="AD" clId="Web-{7D5789E0-3B28-2954-DB92-66F3B33AECCB}" dt="2025-11-18T00:08:58.532" v="4267"/>
      <pc:docMkLst>
        <pc:docMk/>
      </pc:docMkLst>
      <pc:sldChg chg="delSp modSp add">
        <pc:chgData name="elwison.denampo@cit.edu" userId="S::urn:spo:guest#elwison.denampo@cit.edu::" providerId="AD" clId="Web-{7D5789E0-3B28-2954-DB92-66F3B33AECCB}" dt="2025-11-17T23:17:29.277" v="3823" actId="1076"/>
        <pc:sldMkLst>
          <pc:docMk/>
          <pc:sldMk cId="879702405" sldId="260"/>
        </pc:sldMkLst>
        <pc:spChg chg="mod modVis">
          <ac:chgData name="elwison.denampo@cit.edu" userId="S::urn:spo:guest#elwison.denampo@cit.edu::" providerId="AD" clId="Web-{7D5789E0-3B28-2954-DB92-66F3B33AECCB}" dt="2025-11-17T23:03:05.333" v="2399"/>
          <ac:spMkLst>
            <pc:docMk/>
            <pc:sldMk cId="879702405" sldId="260"/>
            <ac:spMk id="3" creationId="{367564B1-91F7-48E6-8F5D-ABB431B579E7}"/>
          </ac:spMkLst>
        </pc:spChg>
        <pc:spChg chg="mod modVis">
          <ac:chgData name="elwison.denampo@cit.edu" userId="S::urn:spo:guest#elwison.denampo@cit.edu::" providerId="AD" clId="Web-{7D5789E0-3B28-2954-DB92-66F3B33AECCB}" dt="2025-11-17T23:03:04.677" v="2398"/>
          <ac:spMkLst>
            <pc:docMk/>
            <pc:sldMk cId="879702405" sldId="260"/>
            <ac:spMk id="7" creationId="{37E6172F-FC8E-4651-BDD0-6F8710B55690}"/>
          </ac:spMkLst>
        </pc:spChg>
        <pc:spChg chg="mod">
          <ac:chgData name="elwison.denampo@cit.edu" userId="S::urn:spo:guest#elwison.denampo@cit.edu::" providerId="AD" clId="Web-{7D5789E0-3B28-2954-DB92-66F3B33AECCB}" dt="2025-11-17T23:04:06.836" v="2405" actId="20577"/>
          <ac:spMkLst>
            <pc:docMk/>
            <pc:sldMk cId="879702405" sldId="260"/>
            <ac:spMk id="10" creationId="{7F8E0412-53AF-4250-A363-282FCDDA0658}"/>
          </ac:spMkLst>
        </pc:spChg>
        <pc:graphicFrameChg chg="del mod modVis">
          <ac:chgData name="elwison.denampo@cit.edu" userId="S::urn:spo:guest#elwison.denampo@cit.edu::" providerId="AD" clId="Web-{7D5789E0-3B28-2954-DB92-66F3B33AECCB}" dt="2025-11-17T23:06:02.687" v="2602"/>
          <ac:graphicFrameMkLst>
            <pc:docMk/>
            <pc:sldMk cId="879702405" sldId="260"/>
            <ac:graphicFrameMk id="4" creationId="{736E23A0-745F-4EA8-9830-36FA643423FD}"/>
          </ac:graphicFrameMkLst>
        </pc:graphicFrameChg>
        <pc:graphicFrameChg chg="mod modVis modGraphic">
          <ac:chgData name="elwison.denampo@cit.edu" userId="S::urn:spo:guest#elwison.denampo@cit.edu::" providerId="AD" clId="Web-{7D5789E0-3B28-2954-DB92-66F3B33AECCB}" dt="2025-11-17T23:17:29.277" v="3823" actId="1076"/>
          <ac:graphicFrameMkLst>
            <pc:docMk/>
            <pc:sldMk cId="879702405" sldId="260"/>
            <ac:graphicFrameMk id="6" creationId="{E4C241CE-B727-42F8-B805-5DD5E8E3FD0D}"/>
          </ac:graphicFrameMkLst>
        </pc:graphicFrameChg>
        <pc:graphicFrameChg chg="del">
          <ac:chgData name="elwison.denampo@cit.edu" userId="S::urn:spo:guest#elwison.denampo@cit.edu::" providerId="AD" clId="Web-{7D5789E0-3B28-2954-DB92-66F3B33AECCB}" dt="2025-11-17T23:06:04.656" v="2604"/>
          <ac:graphicFrameMkLst>
            <pc:docMk/>
            <pc:sldMk cId="879702405" sldId="260"/>
            <ac:graphicFrameMk id="23" creationId="{97CD0226-652C-4186-BC40-24C285792519}"/>
          </ac:graphicFrameMkLst>
        </pc:graphicFrameChg>
        <pc:graphicFrameChg chg="del">
          <ac:chgData name="elwison.denampo@cit.edu" userId="S::urn:spo:guest#elwison.denampo@cit.edu::" providerId="AD" clId="Web-{7D5789E0-3B28-2954-DB92-66F3B33AECCB}" dt="2025-11-17T23:06:03.687" v="2603"/>
          <ac:graphicFrameMkLst>
            <pc:docMk/>
            <pc:sldMk cId="879702405" sldId="260"/>
            <ac:graphicFrameMk id="24" creationId="{9BF709A9-5E84-4B49-A68D-9261784C331B}"/>
          </ac:graphicFrameMkLst>
        </pc:graphicFrameChg>
        <pc:picChg chg="mod modVis">
          <ac:chgData name="elwison.denampo@cit.edu" userId="S::urn:spo:guest#elwison.denampo@cit.edu::" providerId="AD" clId="Web-{7D5789E0-3B28-2954-DB92-66F3B33AECCB}" dt="2025-11-17T23:03:01.302" v="2395"/>
          <ac:picMkLst>
            <pc:docMk/>
            <pc:sldMk cId="879702405" sldId="260"/>
            <ac:picMk id="8" creationId="{73CA40E3-93E8-48E1-A49D-F8723D9200FB}"/>
          </ac:picMkLst>
        </pc:picChg>
      </pc:sldChg>
      <pc:sldChg chg="modSp">
        <pc:chgData name="elwison.denampo@cit.edu" userId="S::urn:spo:guest#elwison.denampo@cit.edu::" providerId="AD" clId="Web-{7D5789E0-3B28-2954-DB92-66F3B33AECCB}" dt="2025-11-17T21:36:26.025" v="157"/>
        <pc:sldMkLst>
          <pc:docMk/>
          <pc:sldMk cId="3524111229" sldId="301"/>
        </pc:sldMkLst>
        <pc:graphicFrameChg chg="mod modGraphic">
          <ac:chgData name="elwison.denampo@cit.edu" userId="S::urn:spo:guest#elwison.denampo@cit.edu::" providerId="AD" clId="Web-{7D5789E0-3B28-2954-DB92-66F3B33AECCB}" dt="2025-11-17T21:36:26.025" v="157"/>
          <ac:graphicFrameMkLst>
            <pc:docMk/>
            <pc:sldMk cId="3524111229" sldId="301"/>
            <ac:graphicFrameMk id="7" creationId="{23E76ECC-4536-4865-8AD7-1B0194E384F6}"/>
          </ac:graphicFrameMkLst>
        </pc:graphicFrameChg>
      </pc:sldChg>
      <pc:sldChg chg="addSp delSp modSp mod setBg">
        <pc:chgData name="elwison.denampo@cit.edu" userId="S::urn:spo:guest#elwison.denampo@cit.edu::" providerId="AD" clId="Web-{7D5789E0-3B28-2954-DB92-66F3B33AECCB}" dt="2025-11-17T23:01:21.671" v="2382" actId="20577"/>
        <pc:sldMkLst>
          <pc:docMk/>
          <pc:sldMk cId="2245706828" sldId="302"/>
        </pc:sldMkLst>
        <pc:spChg chg="mod">
          <ac:chgData name="elwison.denampo@cit.edu" userId="S::urn:spo:guest#elwison.denampo@cit.edu::" providerId="AD" clId="Web-{7D5789E0-3B28-2954-DB92-66F3B33AECCB}" dt="2025-11-17T23:01:21.671" v="2382" actId="20577"/>
          <ac:spMkLst>
            <pc:docMk/>
            <pc:sldMk cId="2245706828" sldId="302"/>
            <ac:spMk id="6" creationId="{DA0C0BD4-90CF-4333-89AD-1344829B9EC7}"/>
          </ac:spMkLst>
        </pc:spChg>
        <pc:picChg chg="add del mod ord">
          <ac:chgData name="elwison.denampo@cit.edu" userId="S::urn:spo:guest#elwison.denampo@cit.edu::" providerId="AD" clId="Web-{7D5789E0-3B28-2954-DB92-66F3B33AECCB}" dt="2025-11-17T23:01:08.030" v="2360" actId="1076"/>
          <ac:picMkLst>
            <pc:docMk/>
            <pc:sldMk cId="2245706828" sldId="302"/>
            <ac:picMk id="5" creationId="{6D67D6A5-7AA1-728C-3317-B939F2F85E85}"/>
          </ac:picMkLst>
        </pc:picChg>
      </pc:sldChg>
      <pc:sldChg chg="del ord">
        <pc:chgData name="elwison.denampo@cit.edu" userId="S::urn:spo:guest#elwison.denampo@cit.edu::" providerId="AD" clId="Web-{7D5789E0-3B28-2954-DB92-66F3B33AECCB}" dt="2025-11-17T23:17:31.215" v="3824"/>
        <pc:sldMkLst>
          <pc:docMk/>
          <pc:sldMk cId="541974187" sldId="307"/>
        </pc:sldMkLst>
      </pc:sldChg>
      <pc:sldChg chg="addSp delSp modSp del ord">
        <pc:chgData name="elwison.denampo@cit.edu" userId="S::urn:spo:guest#elwison.denampo@cit.edu::" providerId="AD" clId="Web-{7D5789E0-3B28-2954-DB92-66F3B33AECCB}" dt="2025-11-17T23:02:56.411" v="2393"/>
        <pc:sldMkLst>
          <pc:docMk/>
          <pc:sldMk cId="2113656223" sldId="308"/>
        </pc:sldMkLst>
        <pc:spChg chg="mod modVis">
          <ac:chgData name="elwison.denampo@cit.edu" userId="S::urn:spo:guest#elwison.denampo@cit.edu::" providerId="AD" clId="Web-{7D5789E0-3B28-2954-DB92-66F3B33AECCB}" dt="2025-11-17T23:02:29.691" v="2387"/>
          <ac:spMkLst>
            <pc:docMk/>
            <pc:sldMk cId="2113656223" sldId="308"/>
            <ac:spMk id="4" creationId="{09C2AAA3-1A49-03A4-9434-E07AEAB93674}"/>
          </ac:spMkLst>
        </pc:spChg>
        <pc:spChg chg="mod modVis">
          <ac:chgData name="elwison.denampo@cit.edu" userId="S::urn:spo:guest#elwison.denampo@cit.edu::" providerId="AD" clId="Web-{7D5789E0-3B28-2954-DB92-66F3B33AECCB}" dt="2025-11-17T23:02:31.644" v="2388"/>
          <ac:spMkLst>
            <pc:docMk/>
            <pc:sldMk cId="2113656223" sldId="308"/>
            <ac:spMk id="5" creationId="{56FE3140-6AA5-298C-57D2-98706EAA303A}"/>
          </ac:spMkLst>
        </pc:spChg>
        <pc:spChg chg="add del mod modVis">
          <ac:chgData name="elwison.denampo@cit.edu" userId="S::urn:spo:guest#elwison.denampo@cit.edu::" providerId="AD" clId="Web-{7D5789E0-3B28-2954-DB92-66F3B33AECCB}" dt="2025-11-17T23:02:34.472" v="2389"/>
          <ac:spMkLst>
            <pc:docMk/>
            <pc:sldMk cId="2113656223" sldId="308"/>
            <ac:spMk id="8" creationId="{A6191462-06D5-E518-DC60-C475B0F995BD}"/>
          </ac:spMkLst>
        </pc:spChg>
        <pc:graphicFrameChg chg="del">
          <ac:chgData name="elwison.denampo@cit.edu" userId="S::urn:spo:guest#elwison.denampo@cit.edu::" providerId="AD" clId="Web-{7D5789E0-3B28-2954-DB92-66F3B33AECCB}" dt="2025-11-17T23:02:13.018" v="2383"/>
          <ac:graphicFrameMkLst>
            <pc:docMk/>
            <pc:sldMk cId="2113656223" sldId="308"/>
            <ac:graphicFrameMk id="7" creationId="{43A663C9-2214-4AEB-D142-F5888AA39BC3}"/>
          </ac:graphicFrameMkLst>
        </pc:graphicFrameChg>
        <pc:graphicFrameChg chg="add mod ord modGraphic">
          <ac:chgData name="elwison.denampo@cit.edu" userId="S::urn:spo:guest#elwison.denampo@cit.edu::" providerId="AD" clId="Web-{7D5789E0-3B28-2954-DB92-66F3B33AECCB}" dt="2025-11-17T23:02:40.942" v="2391"/>
          <ac:graphicFrameMkLst>
            <pc:docMk/>
            <pc:sldMk cId="2113656223" sldId="308"/>
            <ac:graphicFrameMk id="10" creationId="{20C93FA3-CBAE-7F87-F2DA-723E0DD49219}"/>
          </ac:graphicFrameMkLst>
        </pc:graphicFrameChg>
      </pc:sldChg>
      <pc:sldChg chg="addSp delSp modSp">
        <pc:chgData name="elwison.denampo@cit.edu" userId="S::urn:spo:guest#elwison.denampo@cit.edu::" providerId="AD" clId="Web-{7D5789E0-3B28-2954-DB92-66F3B33AECCB}" dt="2025-11-17T23:43:32.773" v="3895" actId="20577"/>
        <pc:sldMkLst>
          <pc:docMk/>
          <pc:sldMk cId="2703295085" sldId="324"/>
        </pc:sldMkLst>
        <pc:spChg chg="del">
          <ac:chgData name="elwison.denampo@cit.edu" userId="S::urn:spo:guest#elwison.denampo@cit.edu::" providerId="AD" clId="Web-{7D5789E0-3B28-2954-DB92-66F3B33AECCB}" dt="2025-11-17T23:39:27.372" v="3859"/>
          <ac:spMkLst>
            <pc:docMk/>
            <pc:sldMk cId="2703295085" sldId="324"/>
            <ac:spMk id="2" creationId="{18C0BC11-3562-6009-A077-502E5AAD394A}"/>
          </ac:spMkLst>
        </pc:spChg>
        <pc:spChg chg="mod">
          <ac:chgData name="elwison.denampo@cit.edu" userId="S::urn:spo:guest#elwison.denampo@cit.edu::" providerId="AD" clId="Web-{7D5789E0-3B28-2954-DB92-66F3B33AECCB}" dt="2025-11-17T23:43:32.773" v="3895" actId="20577"/>
          <ac:spMkLst>
            <pc:docMk/>
            <pc:sldMk cId="2703295085" sldId="324"/>
            <ac:spMk id="6" creationId="{08EBB618-1054-5F28-4EAF-ABA6ADD82E6A}"/>
          </ac:spMkLst>
        </pc:spChg>
        <pc:picChg chg="add del mod">
          <ac:chgData name="elwison.denampo@cit.edu" userId="S::urn:spo:guest#elwison.denampo@cit.edu::" providerId="AD" clId="Web-{7D5789E0-3B28-2954-DB92-66F3B33AECCB}" dt="2025-11-17T23:42:53.490" v="3879"/>
          <ac:picMkLst>
            <pc:docMk/>
            <pc:sldMk cId="2703295085" sldId="324"/>
            <ac:picMk id="3" creationId="{5EFD2679-322C-D859-77D1-9BE3BAD4BA3C}"/>
          </ac:picMkLst>
        </pc:picChg>
      </pc:sldChg>
      <pc:sldChg chg="addSp delSp modSp">
        <pc:chgData name="elwison.denampo@cit.edu" userId="S::urn:spo:guest#elwison.denampo@cit.edu::" providerId="AD" clId="Web-{7D5789E0-3B28-2954-DB92-66F3B33AECCB}" dt="2025-11-17T23:44:49.587" v="3919"/>
        <pc:sldMkLst>
          <pc:docMk/>
          <pc:sldMk cId="2504426784" sldId="325"/>
        </pc:sldMkLst>
        <pc:spChg chg="add del mod">
          <ac:chgData name="elwison.denampo@cit.edu" userId="S::urn:spo:guest#elwison.denampo@cit.edu::" providerId="AD" clId="Web-{7D5789E0-3B28-2954-DB92-66F3B33AECCB}" dt="2025-11-17T23:44:49.587" v="3919"/>
          <ac:spMkLst>
            <pc:docMk/>
            <pc:sldMk cId="2504426784" sldId="325"/>
            <ac:spMk id="4" creationId="{F19E15B7-5C1B-F4CA-E2EA-9A7DBA680037}"/>
          </ac:spMkLst>
        </pc:spChg>
        <pc:spChg chg="del mod">
          <ac:chgData name="elwison.denampo@cit.edu" userId="S::urn:spo:guest#elwison.denampo@cit.edu::" providerId="AD" clId="Web-{7D5789E0-3B28-2954-DB92-66F3B33AECCB}" dt="2025-11-17T23:43:47.804" v="3898"/>
          <ac:spMkLst>
            <pc:docMk/>
            <pc:sldMk cId="2504426784" sldId="325"/>
            <ac:spMk id="6" creationId="{AD6ECF2D-BA5B-0D78-C090-7C9ACB8EFDB6}"/>
          </ac:spMkLst>
        </pc:spChg>
        <pc:spChg chg="add">
          <ac:chgData name="elwison.denampo@cit.edu" userId="S::urn:spo:guest#elwison.denampo@cit.edu::" providerId="AD" clId="Web-{7D5789E0-3B28-2954-DB92-66F3B33AECCB}" dt="2025-11-17T23:43:48.007" v="3899"/>
          <ac:spMkLst>
            <pc:docMk/>
            <pc:sldMk cId="2504426784" sldId="325"/>
            <ac:spMk id="7" creationId="{5BF9D38A-53C2-C417-DC54-B319D90546E4}"/>
          </ac:spMkLst>
        </pc:spChg>
      </pc:sldChg>
      <pc:sldChg chg="addSp delSp modSp">
        <pc:chgData name="elwison.denampo@cit.edu" userId="S::urn:spo:guest#elwison.denampo@cit.edu::" providerId="AD" clId="Web-{7D5789E0-3B28-2954-DB92-66F3B33AECCB}" dt="2025-11-17T23:44:31.930" v="3910"/>
        <pc:sldMkLst>
          <pc:docMk/>
          <pc:sldMk cId="3522893277" sldId="326"/>
        </pc:sldMkLst>
        <pc:spChg chg="add del">
          <ac:chgData name="elwison.denampo@cit.edu" userId="S::urn:spo:guest#elwison.denampo@cit.edu::" providerId="AD" clId="Web-{7D5789E0-3B28-2954-DB92-66F3B33AECCB}" dt="2025-11-17T23:43:55.367" v="3902"/>
          <ac:spMkLst>
            <pc:docMk/>
            <pc:sldMk cId="3522893277" sldId="326"/>
            <ac:spMk id="4" creationId="{11741AFE-D15D-3EA0-BB2C-C82EC7B7AC34}"/>
          </ac:spMkLst>
        </pc:spChg>
        <pc:spChg chg="del mod">
          <ac:chgData name="elwison.denampo@cit.edu" userId="S::urn:spo:guest#elwison.denampo@cit.edu::" providerId="AD" clId="Web-{7D5789E0-3B28-2954-DB92-66F3B33AECCB}" dt="2025-11-17T23:44:02.851" v="3906"/>
          <ac:spMkLst>
            <pc:docMk/>
            <pc:sldMk cId="3522893277" sldId="326"/>
            <ac:spMk id="6" creationId="{60E2AAFC-C0EE-B92B-2AEB-DDC1B17B7426}"/>
          </ac:spMkLst>
        </pc:spChg>
        <pc:spChg chg="add del">
          <ac:chgData name="elwison.denampo@cit.edu" userId="S::urn:spo:guest#elwison.denampo@cit.edu::" providerId="AD" clId="Web-{7D5789E0-3B28-2954-DB92-66F3B33AECCB}" dt="2025-11-17T23:43:59.461" v="3905"/>
          <ac:spMkLst>
            <pc:docMk/>
            <pc:sldMk cId="3522893277" sldId="326"/>
            <ac:spMk id="7" creationId="{2882F0D2-6CA6-FE38-342D-1A01012EE9EE}"/>
          </ac:spMkLst>
        </pc:spChg>
        <pc:spChg chg="add del mod">
          <ac:chgData name="elwison.denampo@cit.edu" userId="S::urn:spo:guest#elwison.denampo@cit.edu::" providerId="AD" clId="Web-{7D5789E0-3B28-2954-DB92-66F3B33AECCB}" dt="2025-11-17T23:44:31.024" v="3909"/>
          <ac:spMkLst>
            <pc:docMk/>
            <pc:sldMk cId="3522893277" sldId="326"/>
            <ac:spMk id="9" creationId="{D9B9BBC1-B9B7-FC86-D2E9-C5B8B3E13788}"/>
          </ac:spMkLst>
        </pc:spChg>
        <pc:spChg chg="add del">
          <ac:chgData name="elwison.denampo@cit.edu" userId="S::urn:spo:guest#elwison.denampo@cit.edu::" providerId="AD" clId="Web-{7D5789E0-3B28-2954-DB92-66F3B33AECCB}" dt="2025-11-17T23:44:26.602" v="3908"/>
          <ac:spMkLst>
            <pc:docMk/>
            <pc:sldMk cId="3522893277" sldId="326"/>
            <ac:spMk id="11" creationId="{CF14DD80-14D2-85F2-E424-F6C4A7655E0F}"/>
          </ac:spMkLst>
        </pc:spChg>
        <pc:spChg chg="add mod">
          <ac:chgData name="elwison.denampo@cit.edu" userId="S::urn:spo:guest#elwison.denampo@cit.edu::" providerId="AD" clId="Web-{7D5789E0-3B28-2954-DB92-66F3B33AECCB}" dt="2025-11-17T23:44:31.930" v="3910"/>
          <ac:spMkLst>
            <pc:docMk/>
            <pc:sldMk cId="3522893277" sldId="326"/>
            <ac:spMk id="13" creationId="{FA6B8359-A522-5CD6-90E1-EE519C366B73}"/>
          </ac:spMkLst>
        </pc:spChg>
      </pc:sldChg>
      <pc:sldChg chg="modSp">
        <pc:chgData name="elwison.denampo@cit.edu" userId="S::urn:spo:guest#elwison.denampo@cit.edu::" providerId="AD" clId="Web-{7D5789E0-3B28-2954-DB92-66F3B33AECCB}" dt="2025-11-17T23:45:45.323" v="3932" actId="20577"/>
        <pc:sldMkLst>
          <pc:docMk/>
          <pc:sldMk cId="1050990643" sldId="327"/>
        </pc:sldMkLst>
        <pc:spChg chg="mod">
          <ac:chgData name="elwison.denampo@cit.edu" userId="S::urn:spo:guest#elwison.denampo@cit.edu::" providerId="AD" clId="Web-{7D5789E0-3B28-2954-DB92-66F3B33AECCB}" dt="2025-11-17T23:45:45.323" v="3932" actId="20577"/>
          <ac:spMkLst>
            <pc:docMk/>
            <pc:sldMk cId="1050990643" sldId="327"/>
            <ac:spMk id="6" creationId="{18859A5B-D1AF-464F-E86E-4B496757FE45}"/>
          </ac:spMkLst>
        </pc:spChg>
      </pc:sldChg>
      <pc:sldChg chg="addSp delSp modSp">
        <pc:chgData name="elwison.denampo@cit.edu" userId="S::urn:spo:guest#elwison.denampo@cit.edu::" providerId="AD" clId="Web-{7D5789E0-3B28-2954-DB92-66F3B33AECCB}" dt="2025-11-17T23:45:57.730" v="3935"/>
        <pc:sldMkLst>
          <pc:docMk/>
          <pc:sldMk cId="3026717181" sldId="328"/>
        </pc:sldMkLst>
        <pc:spChg chg="add del mod">
          <ac:chgData name="elwison.denampo@cit.edu" userId="S::urn:spo:guest#elwison.denampo@cit.edu::" providerId="AD" clId="Web-{7D5789E0-3B28-2954-DB92-66F3B33AECCB}" dt="2025-11-17T23:45:57.371" v="3934"/>
          <ac:spMkLst>
            <pc:docMk/>
            <pc:sldMk cId="3026717181" sldId="328"/>
            <ac:spMk id="4" creationId="{02F7660A-1534-F3ED-2952-E1B5A72B1534}"/>
          </ac:spMkLst>
        </pc:spChg>
        <pc:spChg chg="del mod">
          <ac:chgData name="elwison.denampo@cit.edu" userId="S::urn:spo:guest#elwison.denampo@cit.edu::" providerId="AD" clId="Web-{7D5789E0-3B28-2954-DB92-66F3B33AECCB}" dt="2025-11-17T23:45:53.730" v="3933"/>
          <ac:spMkLst>
            <pc:docMk/>
            <pc:sldMk cId="3026717181" sldId="328"/>
            <ac:spMk id="6" creationId="{4BD717FF-35AF-242E-9F27-7B54A82F672D}"/>
          </ac:spMkLst>
        </pc:spChg>
        <pc:spChg chg="add mod">
          <ac:chgData name="elwison.denampo@cit.edu" userId="S::urn:spo:guest#elwison.denampo@cit.edu::" providerId="AD" clId="Web-{7D5789E0-3B28-2954-DB92-66F3B33AECCB}" dt="2025-11-17T23:45:57.730" v="3935"/>
          <ac:spMkLst>
            <pc:docMk/>
            <pc:sldMk cId="3026717181" sldId="328"/>
            <ac:spMk id="7" creationId="{6EBD61A8-C382-F325-359E-F4A2AACD5D8B}"/>
          </ac:spMkLst>
        </pc:spChg>
      </pc:sldChg>
      <pc:sldChg chg="addSp delSp modSp">
        <pc:chgData name="elwison.denampo@cit.edu" userId="S::urn:spo:guest#elwison.denampo@cit.edu::" providerId="AD" clId="Web-{7D5789E0-3B28-2954-DB92-66F3B33AECCB}" dt="2025-11-17T23:46:03.715" v="3938"/>
        <pc:sldMkLst>
          <pc:docMk/>
          <pc:sldMk cId="1314579364" sldId="329"/>
        </pc:sldMkLst>
        <pc:spChg chg="add del mod">
          <ac:chgData name="elwison.denampo@cit.edu" userId="S::urn:spo:guest#elwison.denampo@cit.edu::" providerId="AD" clId="Web-{7D5789E0-3B28-2954-DB92-66F3B33AECCB}" dt="2025-11-17T23:46:03.449" v="3937"/>
          <ac:spMkLst>
            <pc:docMk/>
            <pc:sldMk cId="1314579364" sldId="329"/>
            <ac:spMk id="4" creationId="{92E9598F-E5C0-720C-1AEB-3D502741F546}"/>
          </ac:spMkLst>
        </pc:spChg>
        <pc:spChg chg="del mod">
          <ac:chgData name="elwison.denampo@cit.edu" userId="S::urn:spo:guest#elwison.denampo@cit.edu::" providerId="AD" clId="Web-{7D5789E0-3B28-2954-DB92-66F3B33AECCB}" dt="2025-11-17T23:46:01.746" v="3936"/>
          <ac:spMkLst>
            <pc:docMk/>
            <pc:sldMk cId="1314579364" sldId="329"/>
            <ac:spMk id="6" creationId="{5F06D86C-FF22-74A2-CFEE-75B49FC1E6D6}"/>
          </ac:spMkLst>
        </pc:spChg>
        <pc:spChg chg="add mod">
          <ac:chgData name="elwison.denampo@cit.edu" userId="S::urn:spo:guest#elwison.denampo@cit.edu::" providerId="AD" clId="Web-{7D5789E0-3B28-2954-DB92-66F3B33AECCB}" dt="2025-11-17T23:46:03.715" v="3938"/>
          <ac:spMkLst>
            <pc:docMk/>
            <pc:sldMk cId="1314579364" sldId="329"/>
            <ac:spMk id="7" creationId="{CE0BB48A-8572-9C76-51FA-6F440D533385}"/>
          </ac:spMkLst>
        </pc:spChg>
      </pc:sldChg>
      <pc:sldChg chg="modSp">
        <pc:chgData name="elwison.denampo@cit.edu" userId="S::urn:spo:guest#elwison.denampo@cit.edu::" providerId="AD" clId="Web-{7D5789E0-3B28-2954-DB92-66F3B33AECCB}" dt="2025-11-17T23:53:15.927" v="3978" actId="20577"/>
        <pc:sldMkLst>
          <pc:docMk/>
          <pc:sldMk cId="85539282" sldId="330"/>
        </pc:sldMkLst>
        <pc:spChg chg="mod">
          <ac:chgData name="elwison.denampo@cit.edu" userId="S::urn:spo:guest#elwison.denampo@cit.edu::" providerId="AD" clId="Web-{7D5789E0-3B28-2954-DB92-66F3B33AECCB}" dt="2025-11-17T23:53:15.927" v="3978" actId="20577"/>
          <ac:spMkLst>
            <pc:docMk/>
            <pc:sldMk cId="85539282" sldId="330"/>
            <ac:spMk id="6" creationId="{752B9F4F-89BD-616C-B6A7-A64C0B375386}"/>
          </ac:spMkLst>
        </pc:spChg>
      </pc:sldChg>
      <pc:sldChg chg="addSp delSp modSp">
        <pc:chgData name="elwison.denampo@cit.edu" userId="S::urn:spo:guest#elwison.denampo@cit.edu::" providerId="AD" clId="Web-{7D5789E0-3B28-2954-DB92-66F3B33AECCB}" dt="2025-11-17T23:53:33.975" v="3985" actId="20577"/>
        <pc:sldMkLst>
          <pc:docMk/>
          <pc:sldMk cId="427244781" sldId="331"/>
        </pc:sldMkLst>
        <pc:spChg chg="add del">
          <ac:chgData name="elwison.denampo@cit.edu" userId="S::urn:spo:guest#elwison.denampo@cit.edu::" providerId="AD" clId="Web-{7D5789E0-3B28-2954-DB92-66F3B33AECCB}" dt="2025-11-17T23:53:23.568" v="3981"/>
          <ac:spMkLst>
            <pc:docMk/>
            <pc:sldMk cId="427244781" sldId="331"/>
            <ac:spMk id="4" creationId="{F059D795-6EE3-6D5A-B851-76812C3EBFB8}"/>
          </ac:spMkLst>
        </pc:spChg>
        <pc:spChg chg="mod">
          <ac:chgData name="elwison.denampo@cit.edu" userId="S::urn:spo:guest#elwison.denampo@cit.edu::" providerId="AD" clId="Web-{7D5789E0-3B28-2954-DB92-66F3B33AECCB}" dt="2025-11-17T23:53:33.975" v="3985" actId="20577"/>
          <ac:spMkLst>
            <pc:docMk/>
            <pc:sldMk cId="427244781" sldId="331"/>
            <ac:spMk id="6" creationId="{9BFA6231-7FA7-2D92-296E-6FDDB8695112}"/>
          </ac:spMkLst>
        </pc:spChg>
      </pc:sldChg>
      <pc:sldChg chg="modSp">
        <pc:chgData name="elwison.denampo@cit.edu" userId="S::urn:spo:guest#elwison.denampo@cit.edu::" providerId="AD" clId="Web-{7D5789E0-3B28-2954-DB92-66F3B33AECCB}" dt="2025-11-17T23:53:36.631" v="3987" actId="20577"/>
        <pc:sldMkLst>
          <pc:docMk/>
          <pc:sldMk cId="2489779264" sldId="332"/>
        </pc:sldMkLst>
        <pc:spChg chg="mod">
          <ac:chgData name="elwison.denampo@cit.edu" userId="S::urn:spo:guest#elwison.denampo@cit.edu::" providerId="AD" clId="Web-{7D5789E0-3B28-2954-DB92-66F3B33AECCB}" dt="2025-11-17T23:53:36.631" v="3987" actId="20577"/>
          <ac:spMkLst>
            <pc:docMk/>
            <pc:sldMk cId="2489779264" sldId="332"/>
            <ac:spMk id="6" creationId="{5DADE9B6-BCFD-1DD5-CF78-1F2B4E34DAED}"/>
          </ac:spMkLst>
        </pc:spChg>
      </pc:sldChg>
      <pc:sldChg chg="modSp">
        <pc:chgData name="elwison.denampo@cit.edu" userId="S::urn:spo:guest#elwison.denampo@cit.edu::" providerId="AD" clId="Web-{7D5789E0-3B28-2954-DB92-66F3B33AECCB}" dt="2025-11-17T23:53:39.069" v="3989" actId="20577"/>
        <pc:sldMkLst>
          <pc:docMk/>
          <pc:sldMk cId="2552102349" sldId="333"/>
        </pc:sldMkLst>
        <pc:spChg chg="mod">
          <ac:chgData name="elwison.denampo@cit.edu" userId="S::urn:spo:guest#elwison.denampo@cit.edu::" providerId="AD" clId="Web-{7D5789E0-3B28-2954-DB92-66F3B33AECCB}" dt="2025-11-17T23:53:39.069" v="3989" actId="20577"/>
          <ac:spMkLst>
            <pc:docMk/>
            <pc:sldMk cId="2552102349" sldId="333"/>
            <ac:spMk id="6" creationId="{40D8736E-0D30-478C-FCDE-0B78DFEEA949}"/>
          </ac:spMkLst>
        </pc:spChg>
      </pc:sldChg>
      <pc:sldChg chg="modSp">
        <pc:chgData name="elwison.denampo@cit.edu" userId="S::urn:spo:guest#elwison.denampo@cit.edu::" providerId="AD" clId="Web-{7D5789E0-3B28-2954-DB92-66F3B33AECCB}" dt="2025-11-17T23:53:41.491" v="3991" actId="20577"/>
        <pc:sldMkLst>
          <pc:docMk/>
          <pc:sldMk cId="647163228" sldId="334"/>
        </pc:sldMkLst>
        <pc:spChg chg="mod">
          <ac:chgData name="elwison.denampo@cit.edu" userId="S::urn:spo:guest#elwison.denampo@cit.edu::" providerId="AD" clId="Web-{7D5789E0-3B28-2954-DB92-66F3B33AECCB}" dt="2025-11-17T23:53:41.491" v="3991" actId="20577"/>
          <ac:spMkLst>
            <pc:docMk/>
            <pc:sldMk cId="647163228" sldId="334"/>
            <ac:spMk id="6" creationId="{23F590ED-ECF9-2E16-BDF0-9D0A84067A10}"/>
          </ac:spMkLst>
        </pc:spChg>
      </pc:sldChg>
      <pc:sldChg chg="addSp delSp modSp">
        <pc:chgData name="elwison.denampo@cit.edu" userId="S::urn:spo:guest#elwison.denampo@cit.edu::" providerId="AD" clId="Web-{7D5789E0-3B28-2954-DB92-66F3B33AECCB}" dt="2025-11-17T23:53:57.946" v="4005" actId="20577"/>
        <pc:sldMkLst>
          <pc:docMk/>
          <pc:sldMk cId="2625735830" sldId="335"/>
        </pc:sldMkLst>
        <pc:spChg chg="del">
          <ac:chgData name="elwison.denampo@cit.edu" userId="S::urn:spo:guest#elwison.denampo@cit.edu::" providerId="AD" clId="Web-{7D5789E0-3B28-2954-DB92-66F3B33AECCB}" dt="2025-11-17T23:51:57.410" v="3959"/>
          <ac:spMkLst>
            <pc:docMk/>
            <pc:sldMk cId="2625735830" sldId="335"/>
            <ac:spMk id="2" creationId="{D394F893-80B5-D135-8E6B-4616E796647B}"/>
          </ac:spMkLst>
        </pc:spChg>
        <pc:spChg chg="mod">
          <ac:chgData name="elwison.denampo@cit.edu" userId="S::urn:spo:guest#elwison.denampo@cit.edu::" providerId="AD" clId="Web-{7D5789E0-3B28-2954-DB92-66F3B33AECCB}" dt="2025-11-17T23:53:57.946" v="4005" actId="20577"/>
          <ac:spMkLst>
            <pc:docMk/>
            <pc:sldMk cId="2625735830" sldId="335"/>
            <ac:spMk id="6" creationId="{1BBC4D5F-167A-45DC-90E1-18E0C86ADBB0}"/>
          </ac:spMkLst>
        </pc:spChg>
        <pc:picChg chg="add mod">
          <ac:chgData name="elwison.denampo@cit.edu" userId="S::urn:spo:guest#elwison.denampo@cit.edu::" providerId="AD" clId="Web-{7D5789E0-3B28-2954-DB92-66F3B33AECCB}" dt="2025-11-17T23:51:59.957" v="3961" actId="1076"/>
          <ac:picMkLst>
            <pc:docMk/>
            <pc:sldMk cId="2625735830" sldId="335"/>
            <ac:picMk id="3" creationId="{B6366AD8-03EE-D1AA-C2CC-089B6D9041FA}"/>
          </ac:picMkLst>
        </pc:picChg>
      </pc:sldChg>
      <pc:sldChg chg="addSp delSp modSp del">
        <pc:chgData name="elwison.denampo@cit.edu" userId="S::urn:spo:guest#elwison.denampo@cit.edu::" providerId="AD" clId="Web-{7D5789E0-3B28-2954-DB92-66F3B33AECCB}" dt="2025-11-17T23:54:23.714" v="4027"/>
        <pc:sldMkLst>
          <pc:docMk/>
          <pc:sldMk cId="3146791533" sldId="336"/>
        </pc:sldMkLst>
        <pc:spChg chg="del">
          <ac:chgData name="elwison.denampo@cit.edu" userId="S::urn:spo:guest#elwison.denampo@cit.edu::" providerId="AD" clId="Web-{7D5789E0-3B28-2954-DB92-66F3B33AECCB}" dt="2025-11-17T23:52:37.254" v="3963"/>
          <ac:spMkLst>
            <pc:docMk/>
            <pc:sldMk cId="3146791533" sldId="336"/>
            <ac:spMk id="2" creationId="{16E9B0FF-66B2-3E22-1536-ECFE038467DE}"/>
          </ac:spMkLst>
        </pc:spChg>
        <pc:spChg chg="mod">
          <ac:chgData name="elwison.denampo@cit.edu" userId="S::urn:spo:guest#elwison.denampo@cit.edu::" providerId="AD" clId="Web-{7D5789E0-3B28-2954-DB92-66F3B33AECCB}" dt="2025-11-17T23:54:23.136" v="4026" actId="20577"/>
          <ac:spMkLst>
            <pc:docMk/>
            <pc:sldMk cId="3146791533" sldId="336"/>
            <ac:spMk id="6" creationId="{6FC33078-40FF-142A-8AFD-314D38A4CF72}"/>
          </ac:spMkLst>
        </pc:spChg>
        <pc:picChg chg="add mod">
          <ac:chgData name="elwison.denampo@cit.edu" userId="S::urn:spo:guest#elwison.denampo@cit.edu::" providerId="AD" clId="Web-{7D5789E0-3B28-2954-DB92-66F3B33AECCB}" dt="2025-11-17T23:52:44.176" v="3967" actId="1076"/>
          <ac:picMkLst>
            <pc:docMk/>
            <pc:sldMk cId="3146791533" sldId="336"/>
            <ac:picMk id="3" creationId="{9458353E-54BB-223E-4B56-7D75B86EC9E1}"/>
          </ac:picMkLst>
        </pc:picChg>
      </pc:sldChg>
      <pc:sldChg chg="modSp add ord replId">
        <pc:chgData name="elwison.denampo@cit.edu" userId="S::urn:spo:guest#elwison.denampo@cit.edu::" providerId="AD" clId="Web-{7D5789E0-3B28-2954-DB92-66F3B33AECCB}" dt="2025-11-17T23:55:44.143" v="4062" actId="20577"/>
        <pc:sldMkLst>
          <pc:docMk/>
          <pc:sldMk cId="2154954368" sldId="337"/>
        </pc:sldMkLst>
        <pc:spChg chg="mod">
          <ac:chgData name="elwison.denampo@cit.edu" userId="S::urn:spo:guest#elwison.denampo@cit.edu::" providerId="AD" clId="Web-{7D5789E0-3B28-2954-DB92-66F3B33AECCB}" dt="2025-11-17T21:40:16.739" v="255" actId="20577"/>
          <ac:spMkLst>
            <pc:docMk/>
            <pc:sldMk cId="2154954368" sldId="337"/>
            <ac:spMk id="2" creationId="{640EF6B2-C0A1-8A57-C6B3-A1E1BD7BF199}"/>
          </ac:spMkLst>
        </pc:spChg>
        <pc:spChg chg="mod">
          <ac:chgData name="elwison.denampo@cit.edu" userId="S::urn:spo:guest#elwison.denampo@cit.edu::" providerId="AD" clId="Web-{7D5789E0-3B28-2954-DB92-66F3B33AECCB}" dt="2025-11-17T23:55:44.143" v="4062" actId="20577"/>
          <ac:spMkLst>
            <pc:docMk/>
            <pc:sldMk cId="2154954368" sldId="337"/>
            <ac:spMk id="6" creationId="{A965CD72-00F0-77C3-F245-B1610EAAE18B}"/>
          </ac:spMkLst>
        </pc:spChg>
      </pc:sldChg>
      <pc:sldChg chg="modSp add replId">
        <pc:chgData name="elwison.denampo@cit.edu" userId="S::urn:spo:guest#elwison.denampo@cit.edu::" providerId="AD" clId="Web-{7D5789E0-3B28-2954-DB92-66F3B33AECCB}" dt="2025-11-17T23:56:07.691" v="4075" actId="20577"/>
        <pc:sldMkLst>
          <pc:docMk/>
          <pc:sldMk cId="1351523698" sldId="338"/>
        </pc:sldMkLst>
        <pc:spChg chg="mod">
          <ac:chgData name="elwison.denampo@cit.edu" userId="S::urn:spo:guest#elwison.denampo@cit.edu::" providerId="AD" clId="Web-{7D5789E0-3B28-2954-DB92-66F3B33AECCB}" dt="2025-11-17T21:42:31.524" v="320" actId="20577"/>
          <ac:spMkLst>
            <pc:docMk/>
            <pc:sldMk cId="1351523698" sldId="338"/>
            <ac:spMk id="2" creationId="{5BA2F19C-955C-871E-7604-E60BCD00B9A0}"/>
          </ac:spMkLst>
        </pc:spChg>
        <pc:spChg chg="mod">
          <ac:chgData name="elwison.denampo@cit.edu" userId="S::urn:spo:guest#elwison.denampo@cit.edu::" providerId="AD" clId="Web-{7D5789E0-3B28-2954-DB92-66F3B33AECCB}" dt="2025-11-17T23:56:07.691" v="4075" actId="20577"/>
          <ac:spMkLst>
            <pc:docMk/>
            <pc:sldMk cId="1351523698" sldId="338"/>
            <ac:spMk id="6" creationId="{713C0CF8-6E76-A2E9-11D9-90B29D41B2EA}"/>
          </ac:spMkLst>
        </pc:spChg>
      </pc:sldChg>
      <pc:sldChg chg="modSp add replId">
        <pc:chgData name="elwison.denampo@cit.edu" userId="S::urn:spo:guest#elwison.denampo@cit.edu::" providerId="AD" clId="Web-{7D5789E0-3B28-2954-DB92-66F3B33AECCB}" dt="2025-11-17T23:56:10.191" v="4077" actId="20577"/>
        <pc:sldMkLst>
          <pc:docMk/>
          <pc:sldMk cId="2916222805" sldId="339"/>
        </pc:sldMkLst>
        <pc:spChg chg="mod">
          <ac:chgData name="elwison.denampo@cit.edu" userId="S::urn:spo:guest#elwison.denampo@cit.edu::" providerId="AD" clId="Web-{7D5789E0-3B28-2954-DB92-66F3B33AECCB}" dt="2025-11-17T21:43:57.963" v="365" actId="20577"/>
          <ac:spMkLst>
            <pc:docMk/>
            <pc:sldMk cId="2916222805" sldId="339"/>
            <ac:spMk id="2" creationId="{48EBE4FA-7A41-C912-1A58-B369A5DA10FC}"/>
          </ac:spMkLst>
        </pc:spChg>
        <pc:spChg chg="mod">
          <ac:chgData name="elwison.denampo@cit.edu" userId="S::urn:spo:guest#elwison.denampo@cit.edu::" providerId="AD" clId="Web-{7D5789E0-3B28-2954-DB92-66F3B33AECCB}" dt="2025-11-17T23:56:10.191" v="4077" actId="20577"/>
          <ac:spMkLst>
            <pc:docMk/>
            <pc:sldMk cId="2916222805" sldId="339"/>
            <ac:spMk id="6" creationId="{B8E08385-CDD9-8182-B6F8-373755F61B91}"/>
          </ac:spMkLst>
        </pc:spChg>
      </pc:sldChg>
      <pc:sldChg chg="modSp add replId">
        <pc:chgData name="elwison.denampo@cit.edu" userId="S::urn:spo:guest#elwison.denampo@cit.edu::" providerId="AD" clId="Web-{7D5789E0-3B28-2954-DB92-66F3B33AECCB}" dt="2025-11-17T23:56:12.394" v="4079" actId="20577"/>
        <pc:sldMkLst>
          <pc:docMk/>
          <pc:sldMk cId="1685804436" sldId="340"/>
        </pc:sldMkLst>
        <pc:spChg chg="mod">
          <ac:chgData name="elwison.denampo@cit.edu" userId="S::urn:spo:guest#elwison.denampo@cit.edu::" providerId="AD" clId="Web-{7D5789E0-3B28-2954-DB92-66F3B33AECCB}" dt="2025-11-17T21:44:52.793" v="394" actId="20577"/>
          <ac:spMkLst>
            <pc:docMk/>
            <pc:sldMk cId="1685804436" sldId="340"/>
            <ac:spMk id="2" creationId="{D73B9B98-0264-65CE-060E-002C99F851CA}"/>
          </ac:spMkLst>
        </pc:spChg>
        <pc:spChg chg="mod">
          <ac:chgData name="elwison.denampo@cit.edu" userId="S::urn:spo:guest#elwison.denampo@cit.edu::" providerId="AD" clId="Web-{7D5789E0-3B28-2954-DB92-66F3B33AECCB}" dt="2025-11-17T23:56:12.394" v="4079" actId="20577"/>
          <ac:spMkLst>
            <pc:docMk/>
            <pc:sldMk cId="1685804436" sldId="340"/>
            <ac:spMk id="6" creationId="{A4ECB851-4643-6B4E-DD29-06F811AB0543}"/>
          </ac:spMkLst>
        </pc:spChg>
      </pc:sldChg>
      <pc:sldChg chg="addSp delSp modSp add replId">
        <pc:chgData name="elwison.denampo@cit.edu" userId="S::urn:spo:guest#elwison.denampo@cit.edu::" providerId="AD" clId="Web-{7D5789E0-3B28-2954-DB92-66F3B33AECCB}" dt="2025-11-17T23:58:09.635" v="4098" actId="20577"/>
        <pc:sldMkLst>
          <pc:docMk/>
          <pc:sldMk cId="768226449" sldId="341"/>
        </pc:sldMkLst>
        <pc:spChg chg="del mod">
          <ac:chgData name="elwison.denampo@cit.edu" userId="S::urn:spo:guest#elwison.denampo@cit.edu::" providerId="AD" clId="Web-{7D5789E0-3B28-2954-DB92-66F3B33AECCB}" dt="2025-11-17T23:57:51.212" v="4081"/>
          <ac:spMkLst>
            <pc:docMk/>
            <pc:sldMk cId="768226449" sldId="341"/>
            <ac:spMk id="2" creationId="{412DA995-809B-D0B4-5A7F-FD2C3485914A}"/>
          </ac:spMkLst>
        </pc:spChg>
        <pc:spChg chg="mod">
          <ac:chgData name="elwison.denampo@cit.edu" userId="S::urn:spo:guest#elwison.denampo@cit.edu::" providerId="AD" clId="Web-{7D5789E0-3B28-2954-DB92-66F3B33AECCB}" dt="2025-11-17T23:58:09.635" v="4098" actId="20577"/>
          <ac:spMkLst>
            <pc:docMk/>
            <pc:sldMk cId="768226449" sldId="341"/>
            <ac:spMk id="6" creationId="{1519AC6D-06EE-22DF-87AA-4823743DFA56}"/>
          </ac:spMkLst>
        </pc:spChg>
        <pc:picChg chg="add mod">
          <ac:chgData name="elwison.denampo@cit.edu" userId="S::urn:spo:guest#elwison.denampo@cit.edu::" providerId="AD" clId="Web-{7D5789E0-3B28-2954-DB92-66F3B33AECCB}" dt="2025-11-17T23:57:55.837" v="4084" actId="14100"/>
          <ac:picMkLst>
            <pc:docMk/>
            <pc:sldMk cId="768226449" sldId="341"/>
            <ac:picMk id="3" creationId="{CC340016-A157-524B-8DAE-F81590FAB57E}"/>
          </ac:picMkLst>
        </pc:picChg>
      </pc:sldChg>
      <pc:sldChg chg="modSp add del replId">
        <pc:chgData name="elwison.denampo@cit.edu" userId="S::urn:spo:guest#elwison.denampo@cit.edu::" providerId="AD" clId="Web-{7D5789E0-3B28-2954-DB92-66F3B33AECCB}" dt="2025-11-17T21:49:49.876" v="524"/>
        <pc:sldMkLst>
          <pc:docMk/>
          <pc:sldMk cId="1893535219" sldId="342"/>
        </pc:sldMkLst>
        <pc:spChg chg="mod">
          <ac:chgData name="elwison.denampo@cit.edu" userId="S::urn:spo:guest#elwison.denampo@cit.edu::" providerId="AD" clId="Web-{7D5789E0-3B28-2954-DB92-66F3B33AECCB}" dt="2025-11-17T21:49:38.203" v="523" actId="20577"/>
          <ac:spMkLst>
            <pc:docMk/>
            <pc:sldMk cId="1893535219" sldId="342"/>
            <ac:spMk id="2" creationId="{B6A83318-C61F-9FAC-A1D1-3E7BCD4124FB}"/>
          </ac:spMkLst>
        </pc:spChg>
      </pc:sldChg>
      <pc:sldChg chg="modSp add ord replId">
        <pc:chgData name="elwison.denampo@cit.edu" userId="S::urn:spo:guest#elwison.denampo@cit.edu::" providerId="AD" clId="Web-{7D5789E0-3B28-2954-DB92-66F3B33AECCB}" dt="2025-11-17T23:58:30.823" v="4105" actId="20577"/>
        <pc:sldMkLst>
          <pc:docMk/>
          <pc:sldMk cId="2257746782" sldId="342"/>
        </pc:sldMkLst>
        <pc:spChg chg="mod">
          <ac:chgData name="elwison.denampo@cit.edu" userId="S::urn:spo:guest#elwison.denampo@cit.edu::" providerId="AD" clId="Web-{7D5789E0-3B28-2954-DB92-66F3B33AECCB}" dt="2025-11-17T22:22:07.736" v="1040" actId="20577"/>
          <ac:spMkLst>
            <pc:docMk/>
            <pc:sldMk cId="2257746782" sldId="342"/>
            <ac:spMk id="2" creationId="{C87CDC45-C43E-8BE0-A311-D1AA3D14881B}"/>
          </ac:spMkLst>
        </pc:spChg>
        <pc:spChg chg="mod">
          <ac:chgData name="elwison.denampo@cit.edu" userId="S::urn:spo:guest#elwison.denampo@cit.edu::" providerId="AD" clId="Web-{7D5789E0-3B28-2954-DB92-66F3B33AECCB}" dt="2025-11-17T23:58:30.823" v="4105" actId="20577"/>
          <ac:spMkLst>
            <pc:docMk/>
            <pc:sldMk cId="2257746782" sldId="342"/>
            <ac:spMk id="6" creationId="{CC91D3B8-94B3-A1B5-730F-FF7C85B55858}"/>
          </ac:spMkLst>
        </pc:spChg>
      </pc:sldChg>
      <pc:sldChg chg="addSp delSp modSp add ord replId">
        <pc:chgData name="elwison.denampo@cit.edu" userId="S::urn:spo:guest#elwison.denampo@cit.edu::" providerId="AD" clId="Web-{7D5789E0-3B28-2954-DB92-66F3B33AECCB}" dt="2025-11-18T00:02:10.882" v="4159" actId="20577"/>
        <pc:sldMkLst>
          <pc:docMk/>
          <pc:sldMk cId="2619990385" sldId="343"/>
        </pc:sldMkLst>
        <pc:spChg chg="del mod">
          <ac:chgData name="elwison.denampo@cit.edu" userId="S::urn:spo:guest#elwison.denampo@cit.edu::" providerId="AD" clId="Web-{7D5789E0-3B28-2954-DB92-66F3B33AECCB}" dt="2025-11-17T23:59:39.763" v="4107"/>
          <ac:spMkLst>
            <pc:docMk/>
            <pc:sldMk cId="2619990385" sldId="343"/>
            <ac:spMk id="2" creationId="{DBBA91DA-452B-E6F4-0DC4-3266C8E6E4B8}"/>
          </ac:spMkLst>
        </pc:spChg>
        <pc:spChg chg="mod">
          <ac:chgData name="elwison.denampo@cit.edu" userId="S::urn:spo:guest#elwison.denampo@cit.edu::" providerId="AD" clId="Web-{7D5789E0-3B28-2954-DB92-66F3B33AECCB}" dt="2025-11-18T00:02:10.882" v="4159" actId="20577"/>
          <ac:spMkLst>
            <pc:docMk/>
            <pc:sldMk cId="2619990385" sldId="343"/>
            <ac:spMk id="6" creationId="{6D8F9852-5699-5CB5-D879-5E030325EE2E}"/>
          </ac:spMkLst>
        </pc:spChg>
        <pc:picChg chg="add del mod">
          <ac:chgData name="elwison.denampo@cit.edu" userId="S::urn:spo:guest#elwison.denampo@cit.edu::" providerId="AD" clId="Web-{7D5789E0-3B28-2954-DB92-66F3B33AECCB}" dt="2025-11-18T00:00:45.046" v="4121"/>
          <ac:picMkLst>
            <pc:docMk/>
            <pc:sldMk cId="2619990385" sldId="343"/>
            <ac:picMk id="3" creationId="{DA566646-7794-A3BC-DB60-BC3624FF4E92}"/>
          </ac:picMkLst>
        </pc:picChg>
        <pc:picChg chg="add mod">
          <ac:chgData name="elwison.denampo@cit.edu" userId="S::urn:spo:guest#elwison.denampo@cit.edu::" providerId="AD" clId="Web-{7D5789E0-3B28-2954-DB92-66F3B33AECCB}" dt="2025-11-18T00:00:49.968" v="4124" actId="14100"/>
          <ac:picMkLst>
            <pc:docMk/>
            <pc:sldMk cId="2619990385" sldId="343"/>
            <ac:picMk id="4" creationId="{875C60E4-A49E-6C9B-CAEF-6D08F304B1E8}"/>
          </ac:picMkLst>
        </pc:picChg>
      </pc:sldChg>
      <pc:sldChg chg="modSp add replId">
        <pc:chgData name="elwison.denampo@cit.edu" userId="S::urn:spo:guest#elwison.denampo@cit.edu::" providerId="AD" clId="Web-{7D5789E0-3B28-2954-DB92-66F3B33AECCB}" dt="2025-11-18T00:01:52.053" v="4138" actId="20577"/>
        <pc:sldMkLst>
          <pc:docMk/>
          <pc:sldMk cId="1635254407" sldId="344"/>
        </pc:sldMkLst>
        <pc:spChg chg="mod">
          <ac:chgData name="elwison.denampo@cit.edu" userId="S::urn:spo:guest#elwison.denampo@cit.edu::" providerId="AD" clId="Web-{7D5789E0-3B28-2954-DB92-66F3B33AECCB}" dt="2025-11-17T22:21:53.439" v="1034" actId="20577"/>
          <ac:spMkLst>
            <pc:docMk/>
            <pc:sldMk cId="1635254407" sldId="344"/>
            <ac:spMk id="2" creationId="{8AEE6E87-0AC3-3A23-AC58-1F3C1165FD9B}"/>
          </ac:spMkLst>
        </pc:spChg>
        <pc:spChg chg="mod">
          <ac:chgData name="elwison.denampo@cit.edu" userId="S::urn:spo:guest#elwison.denampo@cit.edu::" providerId="AD" clId="Web-{7D5789E0-3B28-2954-DB92-66F3B33AECCB}" dt="2025-11-18T00:01:52.053" v="4138" actId="20577"/>
          <ac:spMkLst>
            <pc:docMk/>
            <pc:sldMk cId="1635254407" sldId="344"/>
            <ac:spMk id="6" creationId="{013E425C-178A-D528-DA63-46769D5A39FB}"/>
          </ac:spMkLst>
        </pc:spChg>
      </pc:sldChg>
      <pc:sldChg chg="modSp add replId">
        <pc:chgData name="elwison.denampo@cit.edu" userId="S::urn:spo:guest#elwison.denampo@cit.edu::" providerId="AD" clId="Web-{7D5789E0-3B28-2954-DB92-66F3B33AECCB}" dt="2025-11-18T00:01:53.365" v="4139" actId="20577"/>
        <pc:sldMkLst>
          <pc:docMk/>
          <pc:sldMk cId="932736066" sldId="345"/>
        </pc:sldMkLst>
        <pc:spChg chg="mod">
          <ac:chgData name="elwison.denampo@cit.edu" userId="S::urn:spo:guest#elwison.denampo@cit.edu::" providerId="AD" clId="Web-{7D5789E0-3B28-2954-DB92-66F3B33AECCB}" dt="2025-11-17T22:21:49.111" v="1033" actId="20577"/>
          <ac:spMkLst>
            <pc:docMk/>
            <pc:sldMk cId="932736066" sldId="345"/>
            <ac:spMk id="2" creationId="{5FAD74B3-5C6B-9ACB-2EE2-98A9AD8266A4}"/>
          </ac:spMkLst>
        </pc:spChg>
        <pc:spChg chg="mod">
          <ac:chgData name="elwison.denampo@cit.edu" userId="S::urn:spo:guest#elwison.denampo@cit.edu::" providerId="AD" clId="Web-{7D5789E0-3B28-2954-DB92-66F3B33AECCB}" dt="2025-11-18T00:01:53.365" v="4139" actId="20577"/>
          <ac:spMkLst>
            <pc:docMk/>
            <pc:sldMk cId="932736066" sldId="345"/>
            <ac:spMk id="6" creationId="{8153C7F6-E887-C8E5-9D19-35742128D08B}"/>
          </ac:spMkLst>
        </pc:spChg>
      </pc:sldChg>
      <pc:sldChg chg="modSp add replId">
        <pc:chgData name="elwison.denampo@cit.edu" userId="S::urn:spo:guest#elwison.denampo@cit.edu::" providerId="AD" clId="Web-{7D5789E0-3B28-2954-DB92-66F3B33AECCB}" dt="2025-11-18T00:01:57.334" v="4141" actId="20577"/>
        <pc:sldMkLst>
          <pc:docMk/>
          <pc:sldMk cId="1728162486" sldId="346"/>
        </pc:sldMkLst>
        <pc:spChg chg="mod">
          <ac:chgData name="elwison.denampo@cit.edu" userId="S::urn:spo:guest#elwison.denampo@cit.edu::" providerId="AD" clId="Web-{7D5789E0-3B28-2954-DB92-66F3B33AECCB}" dt="2025-11-17T22:21:45.080" v="1032" actId="20577"/>
          <ac:spMkLst>
            <pc:docMk/>
            <pc:sldMk cId="1728162486" sldId="346"/>
            <ac:spMk id="2" creationId="{5E5DEA3D-122D-9C25-348A-0B382524B6A9}"/>
          </ac:spMkLst>
        </pc:spChg>
        <pc:spChg chg="mod">
          <ac:chgData name="elwison.denampo@cit.edu" userId="S::urn:spo:guest#elwison.denampo@cit.edu::" providerId="AD" clId="Web-{7D5789E0-3B28-2954-DB92-66F3B33AECCB}" dt="2025-11-18T00:01:57.334" v="4141" actId="20577"/>
          <ac:spMkLst>
            <pc:docMk/>
            <pc:sldMk cId="1728162486" sldId="346"/>
            <ac:spMk id="6" creationId="{A64DFE95-F37D-7A95-1BC4-2E9645FAFC8A}"/>
          </ac:spMkLst>
        </pc:spChg>
      </pc:sldChg>
      <pc:sldChg chg="addSp delSp modSp add replId">
        <pc:chgData name="elwison.denampo@cit.edu" userId="S::urn:spo:guest#elwison.denampo@cit.edu::" providerId="AD" clId="Web-{7D5789E0-3B28-2954-DB92-66F3B33AECCB}" dt="2025-11-18T00:03:23.087" v="4183" actId="1076"/>
        <pc:sldMkLst>
          <pc:docMk/>
          <pc:sldMk cId="2807237851" sldId="347"/>
        </pc:sldMkLst>
        <pc:spChg chg="del mod">
          <ac:chgData name="elwison.denampo@cit.edu" userId="S::urn:spo:guest#elwison.denampo@cit.edu::" providerId="AD" clId="Web-{7D5789E0-3B28-2954-DB92-66F3B33AECCB}" dt="2025-11-18T00:03:16.400" v="4179"/>
          <ac:spMkLst>
            <pc:docMk/>
            <pc:sldMk cId="2807237851" sldId="347"/>
            <ac:spMk id="2" creationId="{B78F3F66-ACEB-2EE0-8890-79353CB3A48D}"/>
          </ac:spMkLst>
        </pc:spChg>
        <pc:spChg chg="mod">
          <ac:chgData name="elwison.denampo@cit.edu" userId="S::urn:spo:guest#elwison.denampo@cit.edu::" providerId="AD" clId="Web-{7D5789E0-3B28-2954-DB92-66F3B33AECCB}" dt="2025-11-18T00:03:12.790" v="4178" actId="20577"/>
          <ac:spMkLst>
            <pc:docMk/>
            <pc:sldMk cId="2807237851" sldId="347"/>
            <ac:spMk id="6" creationId="{2ACC6B6C-BD18-3F75-8C2C-2A62DD64767B}"/>
          </ac:spMkLst>
        </pc:spChg>
        <pc:picChg chg="add mod">
          <ac:chgData name="elwison.denampo@cit.edu" userId="S::urn:spo:guest#elwison.denampo@cit.edu::" providerId="AD" clId="Web-{7D5789E0-3B28-2954-DB92-66F3B33AECCB}" dt="2025-11-18T00:03:23.087" v="4183" actId="1076"/>
          <ac:picMkLst>
            <pc:docMk/>
            <pc:sldMk cId="2807237851" sldId="347"/>
            <ac:picMk id="3" creationId="{7E44DBFB-BF14-B983-D11E-E86284D1D5B1}"/>
          </ac:picMkLst>
        </pc:picChg>
      </pc:sldChg>
      <pc:sldChg chg="modSp add ord replId">
        <pc:chgData name="elwison.denampo@cit.edu" userId="S::urn:spo:guest#elwison.denampo@cit.edu::" providerId="AD" clId="Web-{7D5789E0-3B28-2954-DB92-66F3B33AECCB}" dt="2025-11-18T00:03:40.072" v="4191" actId="20577"/>
        <pc:sldMkLst>
          <pc:docMk/>
          <pc:sldMk cId="2071540673" sldId="348"/>
        </pc:sldMkLst>
        <pc:spChg chg="mod">
          <ac:chgData name="elwison.denampo@cit.edu" userId="S::urn:spo:guest#elwison.denampo@cit.edu::" providerId="AD" clId="Web-{7D5789E0-3B28-2954-DB92-66F3B33AECCB}" dt="2025-11-17T22:21:34.298" v="1029" actId="20577"/>
          <ac:spMkLst>
            <pc:docMk/>
            <pc:sldMk cId="2071540673" sldId="348"/>
            <ac:spMk id="2" creationId="{705AF9FC-DE20-5151-3303-82796B6AD562}"/>
          </ac:spMkLst>
        </pc:spChg>
        <pc:spChg chg="mod">
          <ac:chgData name="elwison.denampo@cit.edu" userId="S::urn:spo:guest#elwison.denampo@cit.edu::" providerId="AD" clId="Web-{7D5789E0-3B28-2954-DB92-66F3B33AECCB}" dt="2025-11-18T00:03:40.072" v="4191" actId="20577"/>
          <ac:spMkLst>
            <pc:docMk/>
            <pc:sldMk cId="2071540673" sldId="348"/>
            <ac:spMk id="6" creationId="{86BB76A5-242C-799D-1671-61D5BFE9A2A3}"/>
          </ac:spMkLst>
        </pc:spChg>
      </pc:sldChg>
      <pc:sldChg chg="addSp delSp modSp add replId">
        <pc:chgData name="elwison.denampo@cit.edu" userId="S::urn:spo:guest#elwison.denampo@cit.edu::" providerId="AD" clId="Web-{7D5789E0-3B28-2954-DB92-66F3B33AECCB}" dt="2025-11-18T00:04:55.465" v="4212" actId="20577"/>
        <pc:sldMkLst>
          <pc:docMk/>
          <pc:sldMk cId="3035321950" sldId="349"/>
        </pc:sldMkLst>
        <pc:spChg chg="del mod">
          <ac:chgData name="elwison.denampo@cit.edu" userId="S::urn:spo:guest#elwison.denampo@cit.edu::" providerId="AD" clId="Web-{7D5789E0-3B28-2954-DB92-66F3B33AECCB}" dt="2025-11-18T00:04:08.948" v="4193"/>
          <ac:spMkLst>
            <pc:docMk/>
            <pc:sldMk cId="3035321950" sldId="349"/>
            <ac:spMk id="2" creationId="{85E96296-6B5A-8F5C-D4E5-C336334C6812}"/>
          </ac:spMkLst>
        </pc:spChg>
        <pc:spChg chg="mod">
          <ac:chgData name="elwison.denampo@cit.edu" userId="S::urn:spo:guest#elwison.denampo@cit.edu::" providerId="AD" clId="Web-{7D5789E0-3B28-2954-DB92-66F3B33AECCB}" dt="2025-11-18T00:04:55.465" v="4212" actId="20577"/>
          <ac:spMkLst>
            <pc:docMk/>
            <pc:sldMk cId="3035321950" sldId="349"/>
            <ac:spMk id="6" creationId="{5B65C55E-E7B1-9EE2-8008-556FB0516602}"/>
          </ac:spMkLst>
        </pc:spChg>
        <pc:picChg chg="add mod">
          <ac:chgData name="elwison.denampo@cit.edu" userId="S::urn:spo:guest#elwison.denampo@cit.edu::" providerId="AD" clId="Web-{7D5789E0-3B28-2954-DB92-66F3B33AECCB}" dt="2025-11-18T00:04:13.073" v="4196" actId="14100"/>
          <ac:picMkLst>
            <pc:docMk/>
            <pc:sldMk cId="3035321950" sldId="349"/>
            <ac:picMk id="3" creationId="{F8E4CF4F-2178-335A-E609-D116D4B323AF}"/>
          </ac:picMkLst>
        </pc:picChg>
      </pc:sldChg>
      <pc:sldChg chg="addSp delSp modSp add replId">
        <pc:chgData name="elwison.denampo@cit.edu" userId="S::urn:spo:guest#elwison.denampo@cit.edu::" providerId="AD" clId="Web-{7D5789E0-3B28-2954-DB92-66F3B33AECCB}" dt="2025-11-18T00:06:12.029" v="4229" actId="20577"/>
        <pc:sldMkLst>
          <pc:docMk/>
          <pc:sldMk cId="21049943" sldId="350"/>
        </pc:sldMkLst>
        <pc:spChg chg="del mod">
          <ac:chgData name="elwison.denampo@cit.edu" userId="S::urn:spo:guest#elwison.denampo@cit.edu::" providerId="AD" clId="Web-{7D5789E0-3B28-2954-DB92-66F3B33AECCB}" dt="2025-11-18T00:05:54.388" v="4217"/>
          <ac:spMkLst>
            <pc:docMk/>
            <pc:sldMk cId="21049943" sldId="350"/>
            <ac:spMk id="2" creationId="{9DD2AA68-A09A-F090-5800-5467639A86B6}"/>
          </ac:spMkLst>
        </pc:spChg>
        <pc:spChg chg="mod">
          <ac:chgData name="elwison.denampo@cit.edu" userId="S::urn:spo:guest#elwison.denampo@cit.edu::" providerId="AD" clId="Web-{7D5789E0-3B28-2954-DB92-66F3B33AECCB}" dt="2025-11-18T00:06:12.029" v="4229" actId="20577"/>
          <ac:spMkLst>
            <pc:docMk/>
            <pc:sldMk cId="21049943" sldId="350"/>
            <ac:spMk id="6" creationId="{7403B9A7-EDFF-B02C-A097-839B12B6B244}"/>
          </ac:spMkLst>
        </pc:spChg>
        <pc:picChg chg="add mod">
          <ac:chgData name="elwison.denampo@cit.edu" userId="S::urn:spo:guest#elwison.denampo@cit.edu::" providerId="AD" clId="Web-{7D5789E0-3B28-2954-DB92-66F3B33AECCB}" dt="2025-11-18T00:05:58.795" v="4220" actId="14100"/>
          <ac:picMkLst>
            <pc:docMk/>
            <pc:sldMk cId="21049943" sldId="350"/>
            <ac:picMk id="3" creationId="{9B8A4ECC-3E2E-F95F-020A-479D363FE883}"/>
          </ac:picMkLst>
        </pc:picChg>
      </pc:sldChg>
      <pc:sldChg chg="addSp delSp modSp add replId">
        <pc:chgData name="elwison.denampo@cit.edu" userId="S::urn:spo:guest#elwison.denampo@cit.edu::" providerId="AD" clId="Web-{7D5789E0-3B28-2954-DB92-66F3B33AECCB}" dt="2025-11-18T00:07:26.812" v="4252" actId="20577"/>
        <pc:sldMkLst>
          <pc:docMk/>
          <pc:sldMk cId="4036473561" sldId="351"/>
        </pc:sldMkLst>
        <pc:spChg chg="del mod">
          <ac:chgData name="elwison.denampo@cit.edu" userId="S::urn:spo:guest#elwison.denampo@cit.edu::" providerId="AD" clId="Web-{7D5789E0-3B28-2954-DB92-66F3B33AECCB}" dt="2025-11-18T00:07:08.265" v="4240"/>
          <ac:spMkLst>
            <pc:docMk/>
            <pc:sldMk cId="4036473561" sldId="351"/>
            <ac:spMk id="2" creationId="{DD2C4C01-8D6C-9EED-8812-FD3D96C5E90C}"/>
          </ac:spMkLst>
        </pc:spChg>
        <pc:spChg chg="mod">
          <ac:chgData name="elwison.denampo@cit.edu" userId="S::urn:spo:guest#elwison.denampo@cit.edu::" providerId="AD" clId="Web-{7D5789E0-3B28-2954-DB92-66F3B33AECCB}" dt="2025-11-18T00:07:26.812" v="4252" actId="20577"/>
          <ac:spMkLst>
            <pc:docMk/>
            <pc:sldMk cId="4036473561" sldId="351"/>
            <ac:spMk id="6" creationId="{1636751F-1BA8-FC7A-5F57-46D9008DEE17}"/>
          </ac:spMkLst>
        </pc:spChg>
        <pc:picChg chg="add mod">
          <ac:chgData name="elwison.denampo@cit.edu" userId="S::urn:spo:guest#elwison.denampo@cit.edu::" providerId="AD" clId="Web-{7D5789E0-3B28-2954-DB92-66F3B33AECCB}" dt="2025-11-18T00:07:12.296" v="4243" actId="14100"/>
          <ac:picMkLst>
            <pc:docMk/>
            <pc:sldMk cId="4036473561" sldId="351"/>
            <ac:picMk id="3" creationId="{38BE5D1D-723A-5CAC-C8F0-FF7CBC89F672}"/>
          </ac:picMkLst>
        </pc:picChg>
      </pc:sldChg>
      <pc:sldChg chg="modSp add replId">
        <pc:chgData name="elwison.denampo@cit.edu" userId="S::urn:spo:guest#elwison.denampo@cit.edu::" providerId="AD" clId="Web-{7D5789E0-3B28-2954-DB92-66F3B33AECCB}" dt="2025-11-18T00:07:46.125" v="4258" actId="20577"/>
        <pc:sldMkLst>
          <pc:docMk/>
          <pc:sldMk cId="3697080211" sldId="352"/>
        </pc:sldMkLst>
        <pc:spChg chg="mod">
          <ac:chgData name="elwison.denampo@cit.edu" userId="S::urn:spo:guest#elwison.denampo@cit.edu::" providerId="AD" clId="Web-{7D5789E0-3B28-2954-DB92-66F3B33AECCB}" dt="2025-11-17T22:26:47.198" v="1171" actId="20577"/>
          <ac:spMkLst>
            <pc:docMk/>
            <pc:sldMk cId="3697080211" sldId="352"/>
            <ac:spMk id="2" creationId="{E76729AC-DC2D-05F2-B2C2-B4260C558D50}"/>
          </ac:spMkLst>
        </pc:spChg>
        <pc:spChg chg="mod">
          <ac:chgData name="elwison.denampo@cit.edu" userId="S::urn:spo:guest#elwison.denampo@cit.edu::" providerId="AD" clId="Web-{7D5789E0-3B28-2954-DB92-66F3B33AECCB}" dt="2025-11-18T00:07:46.125" v="4258" actId="20577"/>
          <ac:spMkLst>
            <pc:docMk/>
            <pc:sldMk cId="3697080211" sldId="352"/>
            <ac:spMk id="6" creationId="{583DA474-0DE6-C3F4-BF23-0B734D66AE09}"/>
          </ac:spMkLst>
        </pc:spChg>
      </pc:sldChg>
      <pc:sldChg chg="modSp add replId">
        <pc:chgData name="elwison.denampo@cit.edu" userId="S::urn:spo:guest#elwison.denampo@cit.edu::" providerId="AD" clId="Web-{7D5789E0-3B28-2954-DB92-66F3B33AECCB}" dt="2025-11-18T00:08:18.860" v="4266" actId="20577"/>
        <pc:sldMkLst>
          <pc:docMk/>
          <pc:sldMk cId="106913377" sldId="353"/>
        </pc:sldMkLst>
        <pc:spChg chg="mod">
          <ac:chgData name="elwison.denampo@cit.edu" userId="S::urn:spo:guest#elwison.denampo@cit.edu::" providerId="AD" clId="Web-{7D5789E0-3B28-2954-DB92-66F3B33AECCB}" dt="2025-11-17T22:28:25.142" v="1243" actId="20577"/>
          <ac:spMkLst>
            <pc:docMk/>
            <pc:sldMk cId="106913377" sldId="353"/>
            <ac:spMk id="2" creationId="{EAB50087-1110-120C-74B2-65846635FC90}"/>
          </ac:spMkLst>
        </pc:spChg>
        <pc:spChg chg="mod">
          <ac:chgData name="elwison.denampo@cit.edu" userId="S::urn:spo:guest#elwison.denampo@cit.edu::" providerId="AD" clId="Web-{7D5789E0-3B28-2954-DB92-66F3B33AECCB}" dt="2025-11-18T00:08:18.860" v="4266" actId="20577"/>
          <ac:spMkLst>
            <pc:docMk/>
            <pc:sldMk cId="106913377" sldId="353"/>
            <ac:spMk id="6" creationId="{7703779B-8C93-8B3C-584F-DF557A9D3480}"/>
          </ac:spMkLst>
        </pc:spChg>
      </pc:sldChg>
      <pc:sldChg chg="modSp add ord replId">
        <pc:chgData name="elwison.denampo@cit.edu" userId="S::urn:spo:guest#elwison.denampo@cit.edu::" providerId="AD" clId="Web-{7D5789E0-3B28-2954-DB92-66F3B33AECCB}" dt="2025-11-17T22:30:16.976" v="1314" actId="1076"/>
        <pc:sldMkLst>
          <pc:docMk/>
          <pc:sldMk cId="2785267291" sldId="354"/>
        </pc:sldMkLst>
        <pc:spChg chg="mod">
          <ac:chgData name="elwison.denampo@cit.edu" userId="S::urn:spo:guest#elwison.denampo@cit.edu::" providerId="AD" clId="Web-{7D5789E0-3B28-2954-DB92-66F3B33AECCB}" dt="2025-11-17T22:30:16.976" v="1314" actId="1076"/>
          <ac:spMkLst>
            <pc:docMk/>
            <pc:sldMk cId="2785267291" sldId="354"/>
            <ac:spMk id="2" creationId="{4AE74303-8C08-24CD-F58E-CD59BD086A64}"/>
          </ac:spMkLst>
        </pc:spChg>
        <pc:spChg chg="mod">
          <ac:chgData name="elwison.denampo@cit.edu" userId="S::urn:spo:guest#elwison.denampo@cit.edu::" providerId="AD" clId="Web-{7D5789E0-3B28-2954-DB92-66F3B33AECCB}" dt="2025-11-17T22:28:58.316" v="1258" actId="20577"/>
          <ac:spMkLst>
            <pc:docMk/>
            <pc:sldMk cId="2785267291" sldId="354"/>
            <ac:spMk id="6" creationId="{35FAEBAA-AEC1-00F4-855F-0367B64C94CC}"/>
          </ac:spMkLst>
        </pc:spChg>
      </pc:sldChg>
      <pc:sldChg chg="modSp add replId">
        <pc:chgData name="elwison.denampo@cit.edu" userId="S::urn:spo:guest#elwison.denampo@cit.edu::" providerId="AD" clId="Web-{7D5789E0-3B28-2954-DB92-66F3B33AECCB}" dt="2025-11-17T22:32:28.808" v="1373" actId="20577"/>
        <pc:sldMkLst>
          <pc:docMk/>
          <pc:sldMk cId="941320557" sldId="355"/>
        </pc:sldMkLst>
        <pc:spChg chg="mod">
          <ac:chgData name="elwison.denampo@cit.edu" userId="S::urn:spo:guest#elwison.denampo@cit.edu::" providerId="AD" clId="Web-{7D5789E0-3B28-2954-DB92-66F3B33AECCB}" dt="2025-11-17T22:32:28.808" v="1373" actId="20577"/>
          <ac:spMkLst>
            <pc:docMk/>
            <pc:sldMk cId="941320557" sldId="355"/>
            <ac:spMk id="2" creationId="{00D88886-38BD-D32A-4A3C-AE13BD088F6B}"/>
          </ac:spMkLst>
        </pc:spChg>
      </pc:sldChg>
      <pc:sldChg chg="modSp add replId">
        <pc:chgData name="elwison.denampo@cit.edu" userId="S::urn:spo:guest#elwison.denampo@cit.edu::" providerId="AD" clId="Web-{7D5789E0-3B28-2954-DB92-66F3B33AECCB}" dt="2025-11-17T22:33:36.218" v="1420" actId="20577"/>
        <pc:sldMkLst>
          <pc:docMk/>
          <pc:sldMk cId="1938915403" sldId="356"/>
        </pc:sldMkLst>
        <pc:spChg chg="mod">
          <ac:chgData name="elwison.denampo@cit.edu" userId="S::urn:spo:guest#elwison.denampo@cit.edu::" providerId="AD" clId="Web-{7D5789E0-3B28-2954-DB92-66F3B33AECCB}" dt="2025-11-17T22:33:36.218" v="1420" actId="20577"/>
          <ac:spMkLst>
            <pc:docMk/>
            <pc:sldMk cId="1938915403" sldId="356"/>
            <ac:spMk id="2" creationId="{DD671D64-012C-288B-D9C2-1E3138946C78}"/>
          </ac:spMkLst>
        </pc:spChg>
      </pc:sldChg>
      <pc:sldChg chg="modSp add replId">
        <pc:chgData name="elwison.denampo@cit.edu" userId="S::urn:spo:guest#elwison.denampo@cit.edu::" providerId="AD" clId="Web-{7D5789E0-3B28-2954-DB92-66F3B33AECCB}" dt="2025-11-17T22:34:16.953" v="1451" actId="1076"/>
        <pc:sldMkLst>
          <pc:docMk/>
          <pc:sldMk cId="3293680305" sldId="357"/>
        </pc:sldMkLst>
        <pc:spChg chg="mod">
          <ac:chgData name="elwison.denampo@cit.edu" userId="S::urn:spo:guest#elwison.denampo@cit.edu::" providerId="AD" clId="Web-{7D5789E0-3B28-2954-DB92-66F3B33AECCB}" dt="2025-11-17T22:34:16.953" v="1451" actId="1076"/>
          <ac:spMkLst>
            <pc:docMk/>
            <pc:sldMk cId="3293680305" sldId="357"/>
            <ac:spMk id="2" creationId="{5605A1D3-CB3E-1917-8107-6EB0B2D0A910}"/>
          </ac:spMkLst>
        </pc:spChg>
      </pc:sldChg>
      <pc:sldChg chg="modSp add ord replId">
        <pc:chgData name="elwison.denampo@cit.edu" userId="S::urn:spo:guest#elwison.denampo@cit.edu::" providerId="AD" clId="Web-{7D5789E0-3B28-2954-DB92-66F3B33AECCB}" dt="2025-11-17T22:36:16.987" v="1539" actId="20577"/>
        <pc:sldMkLst>
          <pc:docMk/>
          <pc:sldMk cId="3593273988" sldId="358"/>
        </pc:sldMkLst>
        <pc:spChg chg="mod">
          <ac:chgData name="elwison.denampo@cit.edu" userId="S::urn:spo:guest#elwison.denampo@cit.edu::" providerId="AD" clId="Web-{7D5789E0-3B28-2954-DB92-66F3B33AECCB}" dt="2025-11-17T22:36:16.987" v="1539" actId="20577"/>
          <ac:spMkLst>
            <pc:docMk/>
            <pc:sldMk cId="3593273988" sldId="358"/>
            <ac:spMk id="2" creationId="{F8CADD40-4A5B-A425-C535-0BE622FDF488}"/>
          </ac:spMkLst>
        </pc:spChg>
      </pc:sldChg>
      <pc:sldChg chg="modSp add ord replId">
        <pc:chgData name="elwison.denampo@cit.edu" userId="S::urn:spo:guest#elwison.denampo@cit.edu::" providerId="AD" clId="Web-{7D5789E0-3B28-2954-DB92-66F3B33AECCB}" dt="2025-11-17T22:37:17.613" v="1566" actId="20577"/>
        <pc:sldMkLst>
          <pc:docMk/>
          <pc:sldMk cId="3914322758" sldId="359"/>
        </pc:sldMkLst>
        <pc:spChg chg="mod">
          <ac:chgData name="elwison.denampo@cit.edu" userId="S::urn:spo:guest#elwison.denampo@cit.edu::" providerId="AD" clId="Web-{7D5789E0-3B28-2954-DB92-66F3B33AECCB}" dt="2025-11-17T22:37:17.613" v="1566" actId="20577"/>
          <ac:spMkLst>
            <pc:docMk/>
            <pc:sldMk cId="3914322758" sldId="359"/>
            <ac:spMk id="2" creationId="{69FB832E-9729-F049-9AD7-E132C5FD016E}"/>
          </ac:spMkLst>
        </pc:spChg>
      </pc:sldChg>
      <pc:sldChg chg="modSp add ord replId">
        <pc:chgData name="elwison.denampo@cit.edu" userId="S::urn:spo:guest#elwison.denampo@cit.edu::" providerId="AD" clId="Web-{7D5789E0-3B28-2954-DB92-66F3B33AECCB}" dt="2025-11-17T22:39:01.388" v="1617" actId="1076"/>
        <pc:sldMkLst>
          <pc:docMk/>
          <pc:sldMk cId="4181661086" sldId="360"/>
        </pc:sldMkLst>
        <pc:spChg chg="mod">
          <ac:chgData name="elwison.denampo@cit.edu" userId="S::urn:spo:guest#elwison.denampo@cit.edu::" providerId="AD" clId="Web-{7D5789E0-3B28-2954-DB92-66F3B33AECCB}" dt="2025-11-17T22:39:01.388" v="1617" actId="1076"/>
          <ac:spMkLst>
            <pc:docMk/>
            <pc:sldMk cId="4181661086" sldId="360"/>
            <ac:spMk id="2" creationId="{0CAA4BC3-BCE6-263B-E41E-933DF33A18AF}"/>
          </ac:spMkLst>
        </pc:spChg>
        <pc:spChg chg="mod">
          <ac:chgData name="elwison.denampo@cit.edu" userId="S::urn:spo:guest#elwison.denampo@cit.edu::" providerId="AD" clId="Web-{7D5789E0-3B28-2954-DB92-66F3B33AECCB}" dt="2025-11-17T22:37:38.488" v="1571" actId="20577"/>
          <ac:spMkLst>
            <pc:docMk/>
            <pc:sldMk cId="4181661086" sldId="360"/>
            <ac:spMk id="6" creationId="{391829D0-A7B5-E716-852F-DC9A579E62B5}"/>
          </ac:spMkLst>
        </pc:spChg>
      </pc:sldChg>
      <pc:sldChg chg="modSp add replId">
        <pc:chgData name="elwison.denampo@cit.edu" userId="S::urn:spo:guest#elwison.denampo@cit.edu::" providerId="AD" clId="Web-{7D5789E0-3B28-2954-DB92-66F3B33AECCB}" dt="2025-11-17T22:40:02.029" v="1643" actId="1076"/>
        <pc:sldMkLst>
          <pc:docMk/>
          <pc:sldMk cId="3673521546" sldId="361"/>
        </pc:sldMkLst>
        <pc:spChg chg="mod">
          <ac:chgData name="elwison.denampo@cit.edu" userId="S::urn:spo:guest#elwison.denampo@cit.edu::" providerId="AD" clId="Web-{7D5789E0-3B28-2954-DB92-66F3B33AECCB}" dt="2025-11-17T22:40:02.029" v="1643" actId="1076"/>
          <ac:spMkLst>
            <pc:docMk/>
            <pc:sldMk cId="3673521546" sldId="361"/>
            <ac:spMk id="2" creationId="{C9481A81-2D4D-5271-67A6-E4E21C904D4A}"/>
          </ac:spMkLst>
        </pc:spChg>
      </pc:sldChg>
      <pc:sldChg chg="modSp add ord replId">
        <pc:chgData name="elwison.denampo@cit.edu" userId="S::urn:spo:guest#elwison.denampo@cit.edu::" providerId="AD" clId="Web-{7D5789E0-3B28-2954-DB92-66F3B33AECCB}" dt="2025-11-17T22:41:47.372" v="1704" actId="20577"/>
        <pc:sldMkLst>
          <pc:docMk/>
          <pc:sldMk cId="476774339" sldId="362"/>
        </pc:sldMkLst>
        <pc:spChg chg="mod">
          <ac:chgData name="elwison.denampo@cit.edu" userId="S::urn:spo:guest#elwison.denampo@cit.edu::" providerId="AD" clId="Web-{7D5789E0-3B28-2954-DB92-66F3B33AECCB}" dt="2025-11-17T22:41:47.372" v="1704" actId="20577"/>
          <ac:spMkLst>
            <pc:docMk/>
            <pc:sldMk cId="476774339" sldId="362"/>
            <ac:spMk id="2" creationId="{E629E697-3499-FCDB-AABC-C666DAFF0760}"/>
          </ac:spMkLst>
        </pc:spChg>
      </pc:sldChg>
      <pc:sldChg chg="modSp add replId">
        <pc:chgData name="elwison.denampo@cit.edu" userId="S::urn:spo:guest#elwison.denampo@cit.edu::" providerId="AD" clId="Web-{7D5789E0-3B28-2954-DB92-66F3B33AECCB}" dt="2025-11-17T22:44:37.451" v="1759" actId="1076"/>
        <pc:sldMkLst>
          <pc:docMk/>
          <pc:sldMk cId="2254982010" sldId="363"/>
        </pc:sldMkLst>
        <pc:spChg chg="mod">
          <ac:chgData name="elwison.denampo@cit.edu" userId="S::urn:spo:guest#elwison.denampo@cit.edu::" providerId="AD" clId="Web-{7D5789E0-3B28-2954-DB92-66F3B33AECCB}" dt="2025-11-17T22:44:37.451" v="1759" actId="1076"/>
          <ac:spMkLst>
            <pc:docMk/>
            <pc:sldMk cId="2254982010" sldId="363"/>
            <ac:spMk id="2" creationId="{AABFC862-47E6-676D-94FD-A64A5C5BCD5B}"/>
          </ac:spMkLst>
        </pc:spChg>
        <pc:spChg chg="mod">
          <ac:chgData name="elwison.denampo@cit.edu" userId="S::urn:spo:guest#elwison.denampo@cit.edu::" providerId="AD" clId="Web-{7D5789E0-3B28-2954-DB92-66F3B33AECCB}" dt="2025-11-17T22:42:47.081" v="1715" actId="20577"/>
          <ac:spMkLst>
            <pc:docMk/>
            <pc:sldMk cId="2254982010" sldId="363"/>
            <ac:spMk id="6" creationId="{56C62112-73FE-1636-89C0-8D2897E6DF1E}"/>
          </ac:spMkLst>
        </pc:spChg>
      </pc:sldChg>
      <pc:sldChg chg="modSp add replId">
        <pc:chgData name="elwison.denampo@cit.edu" userId="S::urn:spo:guest#elwison.denampo@cit.edu::" providerId="AD" clId="Web-{7D5789E0-3B28-2954-DB92-66F3B33AECCB}" dt="2025-11-17T22:45:32.361" v="1801" actId="20577"/>
        <pc:sldMkLst>
          <pc:docMk/>
          <pc:sldMk cId="4156799162" sldId="364"/>
        </pc:sldMkLst>
        <pc:spChg chg="mod">
          <ac:chgData name="elwison.denampo@cit.edu" userId="S::urn:spo:guest#elwison.denampo@cit.edu::" providerId="AD" clId="Web-{7D5789E0-3B28-2954-DB92-66F3B33AECCB}" dt="2025-11-17T22:45:32.361" v="1801" actId="20577"/>
          <ac:spMkLst>
            <pc:docMk/>
            <pc:sldMk cId="4156799162" sldId="364"/>
            <ac:spMk id="2" creationId="{DCD82EAB-75C9-BB31-64ED-514B37257FD7}"/>
          </ac:spMkLst>
        </pc:spChg>
      </pc:sldChg>
      <pc:sldChg chg="modSp add replId">
        <pc:chgData name="elwison.denampo@cit.edu" userId="S::urn:spo:guest#elwison.denampo@cit.edu::" providerId="AD" clId="Web-{7D5789E0-3B28-2954-DB92-66F3B33AECCB}" dt="2025-11-17T22:47:12.006" v="1859" actId="20577"/>
        <pc:sldMkLst>
          <pc:docMk/>
          <pc:sldMk cId="1235023756" sldId="365"/>
        </pc:sldMkLst>
        <pc:spChg chg="mod">
          <ac:chgData name="elwison.denampo@cit.edu" userId="S::urn:spo:guest#elwison.denampo@cit.edu::" providerId="AD" clId="Web-{7D5789E0-3B28-2954-DB92-66F3B33AECCB}" dt="2025-11-17T22:47:12.006" v="1859" actId="20577"/>
          <ac:spMkLst>
            <pc:docMk/>
            <pc:sldMk cId="1235023756" sldId="365"/>
            <ac:spMk id="2" creationId="{954D17B0-EDB0-72D4-5E92-EC69EFC27DA8}"/>
          </ac:spMkLst>
        </pc:spChg>
      </pc:sldChg>
      <pc:sldChg chg="modSp add replId">
        <pc:chgData name="elwison.denampo@cit.edu" userId="S::urn:spo:guest#elwison.denampo@cit.edu::" providerId="AD" clId="Web-{7D5789E0-3B28-2954-DB92-66F3B33AECCB}" dt="2025-11-17T22:50:34.045" v="1992" actId="20577"/>
        <pc:sldMkLst>
          <pc:docMk/>
          <pc:sldMk cId="2665106361" sldId="366"/>
        </pc:sldMkLst>
        <pc:spChg chg="mod">
          <ac:chgData name="elwison.denampo@cit.edu" userId="S::urn:spo:guest#elwison.denampo@cit.edu::" providerId="AD" clId="Web-{7D5789E0-3B28-2954-DB92-66F3B33AECCB}" dt="2025-11-17T22:50:34.045" v="1992" actId="20577"/>
          <ac:spMkLst>
            <pc:docMk/>
            <pc:sldMk cId="2665106361" sldId="366"/>
            <ac:spMk id="2" creationId="{05718E1C-A2BE-F38F-8F00-ACCA16FDC0BA}"/>
          </ac:spMkLst>
        </pc:spChg>
      </pc:sldChg>
      <pc:sldChg chg="modSp add ord replId">
        <pc:chgData name="elwison.denampo@cit.edu" userId="S::urn:spo:guest#elwison.denampo@cit.edu::" providerId="AD" clId="Web-{7D5789E0-3B28-2954-DB92-66F3B33AECCB}" dt="2025-11-17T22:51:24.656" v="2026" actId="1076"/>
        <pc:sldMkLst>
          <pc:docMk/>
          <pc:sldMk cId="2567649512" sldId="367"/>
        </pc:sldMkLst>
        <pc:spChg chg="mod">
          <ac:chgData name="elwison.denampo@cit.edu" userId="S::urn:spo:guest#elwison.denampo@cit.edu::" providerId="AD" clId="Web-{7D5789E0-3B28-2954-DB92-66F3B33AECCB}" dt="2025-11-17T22:51:24.656" v="2026" actId="1076"/>
          <ac:spMkLst>
            <pc:docMk/>
            <pc:sldMk cId="2567649512" sldId="367"/>
            <ac:spMk id="2" creationId="{7F0A2DD9-F424-60A2-3AA4-D820B77097A8}"/>
          </ac:spMkLst>
        </pc:spChg>
      </pc:sldChg>
      <pc:sldChg chg="modSp add replId">
        <pc:chgData name="elwison.denampo@cit.edu" userId="S::urn:spo:guest#elwison.denampo@cit.edu::" providerId="AD" clId="Web-{7D5789E0-3B28-2954-DB92-66F3B33AECCB}" dt="2025-11-17T22:52:11.673" v="2067" actId="20577"/>
        <pc:sldMkLst>
          <pc:docMk/>
          <pc:sldMk cId="1527141367" sldId="368"/>
        </pc:sldMkLst>
        <pc:spChg chg="mod">
          <ac:chgData name="elwison.denampo@cit.edu" userId="S::urn:spo:guest#elwison.denampo@cit.edu::" providerId="AD" clId="Web-{7D5789E0-3B28-2954-DB92-66F3B33AECCB}" dt="2025-11-17T22:52:11.673" v="2067" actId="20577"/>
          <ac:spMkLst>
            <pc:docMk/>
            <pc:sldMk cId="1527141367" sldId="368"/>
            <ac:spMk id="2" creationId="{A954551A-ACF3-5683-63B4-5155D6F66589}"/>
          </ac:spMkLst>
        </pc:spChg>
      </pc:sldChg>
      <pc:sldChg chg="add del ord replId">
        <pc:chgData name="elwison.denampo@cit.edu" userId="S::urn:spo:guest#elwison.denampo@cit.edu::" providerId="AD" clId="Web-{7D5789E0-3B28-2954-DB92-66F3B33AECCB}" dt="2025-11-17T22:49:31.872" v="1947"/>
        <pc:sldMkLst>
          <pc:docMk/>
          <pc:sldMk cId="2791882684" sldId="368"/>
        </pc:sldMkLst>
      </pc:sldChg>
      <pc:sldChg chg="modSp add replId">
        <pc:chgData name="elwison.denampo@cit.edu" userId="S::urn:spo:guest#elwison.denampo@cit.edu::" providerId="AD" clId="Web-{7D5789E0-3B28-2954-DB92-66F3B33AECCB}" dt="2025-11-17T22:53:38.909" v="2110" actId="20577"/>
        <pc:sldMkLst>
          <pc:docMk/>
          <pc:sldMk cId="2364091868" sldId="369"/>
        </pc:sldMkLst>
        <pc:spChg chg="mod">
          <ac:chgData name="elwison.denampo@cit.edu" userId="S::urn:spo:guest#elwison.denampo@cit.edu::" providerId="AD" clId="Web-{7D5789E0-3B28-2954-DB92-66F3B33AECCB}" dt="2025-11-17T22:53:38.909" v="2110" actId="20577"/>
          <ac:spMkLst>
            <pc:docMk/>
            <pc:sldMk cId="2364091868" sldId="369"/>
            <ac:spMk id="2" creationId="{2FA482CD-A24F-911F-A997-1B37A0D9DB03}"/>
          </ac:spMkLst>
        </pc:spChg>
      </pc:sldChg>
      <pc:sldChg chg="modSp add replId">
        <pc:chgData name="elwison.denampo@cit.edu" userId="S::urn:spo:guest#elwison.denampo@cit.edu::" providerId="AD" clId="Web-{7D5789E0-3B28-2954-DB92-66F3B33AECCB}" dt="2025-11-17T22:54:15.987" v="2138" actId="20577"/>
        <pc:sldMkLst>
          <pc:docMk/>
          <pc:sldMk cId="2381471563" sldId="370"/>
        </pc:sldMkLst>
        <pc:spChg chg="mod">
          <ac:chgData name="elwison.denampo@cit.edu" userId="S::urn:spo:guest#elwison.denampo@cit.edu::" providerId="AD" clId="Web-{7D5789E0-3B28-2954-DB92-66F3B33AECCB}" dt="2025-11-17T22:54:15.987" v="2138" actId="20577"/>
          <ac:spMkLst>
            <pc:docMk/>
            <pc:sldMk cId="2381471563" sldId="370"/>
            <ac:spMk id="2" creationId="{5332F40E-401A-4FD4-E606-D5043A17DDB7}"/>
          </ac:spMkLst>
        </pc:spChg>
        <pc:spChg chg="mod">
          <ac:chgData name="elwison.denampo@cit.edu" userId="S::urn:spo:guest#elwison.denampo@cit.edu::" providerId="AD" clId="Web-{7D5789E0-3B28-2954-DB92-66F3B33AECCB}" dt="2025-11-17T22:53:05.142" v="2091" actId="20577"/>
          <ac:spMkLst>
            <pc:docMk/>
            <pc:sldMk cId="2381471563" sldId="370"/>
            <ac:spMk id="6" creationId="{BC943727-B11A-3D38-E0F5-4A86B6063418}"/>
          </ac:spMkLst>
        </pc:spChg>
      </pc:sldChg>
      <pc:sldChg chg="modSp add replId">
        <pc:chgData name="elwison.denampo@cit.edu" userId="S::urn:spo:guest#elwison.denampo@cit.edu::" providerId="AD" clId="Web-{7D5789E0-3B28-2954-DB92-66F3B33AECCB}" dt="2025-11-17T22:55:50.302" v="2215" actId="1076"/>
        <pc:sldMkLst>
          <pc:docMk/>
          <pc:sldMk cId="3027733542" sldId="371"/>
        </pc:sldMkLst>
        <pc:spChg chg="mod">
          <ac:chgData name="elwison.denampo@cit.edu" userId="S::urn:spo:guest#elwison.denampo@cit.edu::" providerId="AD" clId="Web-{7D5789E0-3B28-2954-DB92-66F3B33AECCB}" dt="2025-11-17T22:55:50.302" v="2215" actId="1076"/>
          <ac:spMkLst>
            <pc:docMk/>
            <pc:sldMk cId="3027733542" sldId="371"/>
            <ac:spMk id="2" creationId="{CA634D55-FC51-F03E-C22D-D7E94B223101}"/>
          </ac:spMkLst>
        </pc:spChg>
      </pc:sldChg>
      <pc:sldChg chg="modSp add replId">
        <pc:chgData name="elwison.denampo@cit.edu" userId="S::urn:spo:guest#elwison.denampo@cit.edu::" providerId="AD" clId="Web-{7D5789E0-3B28-2954-DB92-66F3B33AECCB}" dt="2025-11-17T22:57:16.963" v="2263" actId="20577"/>
        <pc:sldMkLst>
          <pc:docMk/>
          <pc:sldMk cId="713868799" sldId="372"/>
        </pc:sldMkLst>
        <pc:spChg chg="mod">
          <ac:chgData name="elwison.denampo@cit.edu" userId="S::urn:spo:guest#elwison.denampo@cit.edu::" providerId="AD" clId="Web-{7D5789E0-3B28-2954-DB92-66F3B33AECCB}" dt="2025-11-17T22:57:16.963" v="2263" actId="20577"/>
          <ac:spMkLst>
            <pc:docMk/>
            <pc:sldMk cId="713868799" sldId="372"/>
            <ac:spMk id="2" creationId="{DDB6DF2F-9419-641B-E5FF-682B774C4D75}"/>
          </ac:spMkLst>
        </pc:spChg>
        <pc:spChg chg="mod">
          <ac:chgData name="elwison.denampo@cit.edu" userId="S::urn:spo:guest#elwison.denampo@cit.edu::" providerId="AD" clId="Web-{7D5789E0-3B28-2954-DB92-66F3B33AECCB}" dt="2025-11-17T22:56:17.931" v="2223" actId="20577"/>
          <ac:spMkLst>
            <pc:docMk/>
            <pc:sldMk cId="713868799" sldId="372"/>
            <ac:spMk id="6" creationId="{76144520-6BA4-DC13-74F3-F29AF1177476}"/>
          </ac:spMkLst>
        </pc:spChg>
      </pc:sldChg>
      <pc:sldChg chg="modSp add replId">
        <pc:chgData name="elwison.denampo@cit.edu" userId="S::urn:spo:guest#elwison.denampo@cit.edu::" providerId="AD" clId="Web-{7D5789E0-3B28-2954-DB92-66F3B33AECCB}" dt="2025-11-17T22:59:14.082" v="2331" actId="20577"/>
        <pc:sldMkLst>
          <pc:docMk/>
          <pc:sldMk cId="3743164769" sldId="373"/>
        </pc:sldMkLst>
        <pc:spChg chg="mod">
          <ac:chgData name="elwison.denampo@cit.edu" userId="S::urn:spo:guest#elwison.denampo@cit.edu::" providerId="AD" clId="Web-{7D5789E0-3B28-2954-DB92-66F3B33AECCB}" dt="2025-11-17T22:59:14.082" v="2331" actId="20577"/>
          <ac:spMkLst>
            <pc:docMk/>
            <pc:sldMk cId="3743164769" sldId="373"/>
            <ac:spMk id="2" creationId="{7934CC8E-6D1A-B0A7-9469-8C71DC285FA8}"/>
          </ac:spMkLst>
        </pc:spChg>
      </pc:sldChg>
      <pc:sldChg chg="modSp add replId">
        <pc:chgData name="elwison.denampo@cit.edu" userId="S::urn:spo:guest#elwison.denampo@cit.edu::" providerId="AD" clId="Web-{7D5789E0-3B28-2954-DB92-66F3B33AECCB}" dt="2025-11-17T23:43:36.148" v="3896" actId="20577"/>
        <pc:sldMkLst>
          <pc:docMk/>
          <pc:sldMk cId="113508237" sldId="374"/>
        </pc:sldMkLst>
        <pc:spChg chg="mod">
          <ac:chgData name="elwison.denampo@cit.edu" userId="S::urn:spo:guest#elwison.denampo@cit.edu::" providerId="AD" clId="Web-{7D5789E0-3B28-2954-DB92-66F3B33AECCB}" dt="2025-11-17T23:42:53.459" v="3878" actId="20577"/>
          <ac:spMkLst>
            <pc:docMk/>
            <pc:sldMk cId="113508237" sldId="374"/>
            <ac:spMk id="2" creationId="{E0A14217-D156-B310-91C9-FCC44DC71561}"/>
          </ac:spMkLst>
        </pc:spChg>
        <pc:spChg chg="mod">
          <ac:chgData name="elwison.denampo@cit.edu" userId="S::urn:spo:guest#elwison.denampo@cit.edu::" providerId="AD" clId="Web-{7D5789E0-3B28-2954-DB92-66F3B33AECCB}" dt="2025-11-17T23:43:36.148" v="3896" actId="20577"/>
          <ac:spMkLst>
            <pc:docMk/>
            <pc:sldMk cId="113508237" sldId="374"/>
            <ac:spMk id="6" creationId="{04F2C520-78F1-967C-3F7A-79A451886FE7}"/>
          </ac:spMkLst>
        </pc:spChg>
      </pc:sldChg>
      <pc:sldChg chg="addSp delSp modSp add ord replId">
        <pc:chgData name="elwison.denampo@cit.edu" userId="S::urn:spo:guest#elwison.denampo@cit.edu::" providerId="AD" clId="Web-{7D5789E0-3B28-2954-DB92-66F3B33AECCB}" dt="2025-11-17T23:45:39.417" v="3931" actId="20577"/>
        <pc:sldMkLst>
          <pc:docMk/>
          <pc:sldMk cId="2532770498" sldId="375"/>
        </pc:sldMkLst>
        <pc:spChg chg="mod">
          <ac:chgData name="elwison.denampo@cit.edu" userId="S::urn:spo:guest#elwison.denampo@cit.edu::" providerId="AD" clId="Web-{7D5789E0-3B28-2954-DB92-66F3B33AECCB}" dt="2025-11-17T23:45:39.417" v="3931" actId="20577"/>
          <ac:spMkLst>
            <pc:docMk/>
            <pc:sldMk cId="2532770498" sldId="375"/>
            <ac:spMk id="6" creationId="{5E9212BE-BED9-B226-C4D3-FF21B6414701}"/>
          </ac:spMkLst>
        </pc:spChg>
        <pc:picChg chg="add mod">
          <ac:chgData name="elwison.denampo@cit.edu" userId="S::urn:spo:guest#elwison.denampo@cit.edu::" providerId="AD" clId="Web-{7D5789E0-3B28-2954-DB92-66F3B33AECCB}" dt="2025-11-17T23:45:25.838" v="3924" actId="1076"/>
          <ac:picMkLst>
            <pc:docMk/>
            <pc:sldMk cId="2532770498" sldId="375"/>
            <ac:picMk id="2" creationId="{89C03044-F9D4-4FD8-BA91-F2F19AC77FC6}"/>
          </ac:picMkLst>
        </pc:picChg>
        <pc:picChg chg="del">
          <ac:chgData name="elwison.denampo@cit.edu" userId="S::urn:spo:guest#elwison.denampo@cit.edu::" providerId="AD" clId="Web-{7D5789E0-3B28-2954-DB92-66F3B33AECCB}" dt="2025-11-17T23:44:57.837" v="3920"/>
          <ac:picMkLst>
            <pc:docMk/>
            <pc:sldMk cId="2532770498" sldId="375"/>
            <ac:picMk id="3" creationId="{E514205E-B8E1-7AEF-670C-8727EED797C0}"/>
          </ac:picMkLst>
        </pc:picChg>
      </pc:sldChg>
      <pc:sldChg chg="addSp delSp modSp add replId">
        <pc:chgData name="elwison.denampo@cit.edu" userId="S::urn:spo:guest#elwison.denampo@cit.edu::" providerId="AD" clId="Web-{7D5789E0-3B28-2954-DB92-66F3B33AECCB}" dt="2025-11-17T23:51:21.003" v="3957" actId="20577"/>
        <pc:sldMkLst>
          <pc:docMk/>
          <pc:sldMk cId="647907946" sldId="376"/>
        </pc:sldMkLst>
        <pc:spChg chg="mod">
          <ac:chgData name="elwison.denampo@cit.edu" userId="S::urn:spo:guest#elwison.denampo@cit.edu::" providerId="AD" clId="Web-{7D5789E0-3B28-2954-DB92-66F3B33AECCB}" dt="2025-11-17T23:51:21.003" v="3957" actId="20577"/>
          <ac:spMkLst>
            <pc:docMk/>
            <pc:sldMk cId="647907946" sldId="376"/>
            <ac:spMk id="6" creationId="{B5A0E6AE-EF7A-7110-FB64-A38D7337F8FC}"/>
          </ac:spMkLst>
        </pc:spChg>
        <pc:picChg chg="del">
          <ac:chgData name="elwison.denampo@cit.edu" userId="S::urn:spo:guest#elwison.denampo@cit.edu::" providerId="AD" clId="Web-{7D5789E0-3B28-2954-DB92-66F3B33AECCB}" dt="2025-11-17T23:50:07.861" v="3944"/>
          <ac:picMkLst>
            <pc:docMk/>
            <pc:sldMk cId="647907946" sldId="376"/>
            <ac:picMk id="2" creationId="{04FB932B-B3B2-72FB-2E96-956A522264CF}"/>
          </ac:picMkLst>
        </pc:picChg>
        <pc:picChg chg="add mod">
          <ac:chgData name="elwison.denampo@cit.edu" userId="S::urn:spo:guest#elwison.denampo@cit.edu::" providerId="AD" clId="Web-{7D5789E0-3B28-2954-DB92-66F3B33AECCB}" dt="2025-11-17T23:50:12.314" v="3947" actId="14100"/>
          <ac:picMkLst>
            <pc:docMk/>
            <pc:sldMk cId="647907946" sldId="376"/>
            <ac:picMk id="3" creationId="{3EA3352C-D62C-8981-51D0-5DA94BD1B6AC}"/>
          </ac:picMkLst>
        </pc:picChg>
      </pc:sldChg>
      <pc:sldChg chg="add del replId">
        <pc:chgData name="elwison.denampo@cit.edu" userId="S::urn:spo:guest#elwison.denampo@cit.edu::" providerId="AD" clId="Web-{7D5789E0-3B28-2954-DB92-66F3B33AECCB}" dt="2025-11-17T23:42:53.975" v="3880"/>
        <pc:sldMkLst>
          <pc:docMk/>
          <pc:sldMk cId="1438156859" sldId="376"/>
        </pc:sldMkLst>
      </pc:sldChg>
      <pc:sldChg chg="addSp delSp modSp add replId">
        <pc:chgData name="elwison.denampo@cit.edu" userId="S::urn:spo:guest#elwison.denampo@cit.edu::" providerId="AD" clId="Web-{7D5789E0-3B28-2954-DB92-66F3B33AECCB}" dt="2025-11-17T23:51:18.550" v="3955" actId="20577"/>
        <pc:sldMkLst>
          <pc:docMk/>
          <pc:sldMk cId="368244616" sldId="377"/>
        </pc:sldMkLst>
        <pc:spChg chg="mod">
          <ac:chgData name="elwison.denampo@cit.edu" userId="S::urn:spo:guest#elwison.denampo@cit.edu::" providerId="AD" clId="Web-{7D5789E0-3B28-2954-DB92-66F3B33AECCB}" dt="2025-11-17T23:51:18.550" v="3955" actId="20577"/>
          <ac:spMkLst>
            <pc:docMk/>
            <pc:sldMk cId="368244616" sldId="377"/>
            <ac:spMk id="6" creationId="{D04EA3CA-8CE5-FA2D-8D98-FB6C98CB1B73}"/>
          </ac:spMkLst>
        </pc:spChg>
        <pc:picChg chg="add mod">
          <ac:chgData name="elwison.denampo@cit.edu" userId="S::urn:spo:guest#elwison.denampo@cit.edu::" providerId="AD" clId="Web-{7D5789E0-3B28-2954-DB92-66F3B33AECCB}" dt="2025-11-17T23:51:06.940" v="3953" actId="1076"/>
          <ac:picMkLst>
            <pc:docMk/>
            <pc:sldMk cId="368244616" sldId="377"/>
            <ac:picMk id="2" creationId="{832C0C69-77FA-9BE4-AF4D-BC0A4A1899A5}"/>
          </ac:picMkLst>
        </pc:picChg>
        <pc:picChg chg="del">
          <ac:chgData name="elwison.denampo@cit.edu" userId="S::urn:spo:guest#elwison.denampo@cit.edu::" providerId="AD" clId="Web-{7D5789E0-3B28-2954-DB92-66F3B33AECCB}" dt="2025-11-17T23:51:04.940" v="3951"/>
          <ac:picMkLst>
            <pc:docMk/>
            <pc:sldMk cId="368244616" sldId="377"/>
            <ac:picMk id="3" creationId="{D9CB33EC-E22F-FD3F-4F50-50DD6618D586}"/>
          </ac:picMkLst>
        </pc:picChg>
      </pc:sldChg>
      <pc:sldChg chg="new del">
        <pc:chgData name="elwison.denampo@cit.edu" userId="S::urn:spo:guest#elwison.denampo@cit.edu::" providerId="AD" clId="Web-{7D5789E0-3B28-2954-DB92-66F3B33AECCB}" dt="2025-11-17T23:51:01.940" v="3949"/>
        <pc:sldMkLst>
          <pc:docMk/>
          <pc:sldMk cId="2109338028" sldId="377"/>
        </pc:sldMkLst>
      </pc:sldChg>
      <pc:sldChg chg="modSp add replId">
        <pc:chgData name="elwison.denampo@cit.edu" userId="S::urn:spo:guest#elwison.denampo@cit.edu::" providerId="AD" clId="Web-{7D5789E0-3B28-2954-DB92-66F3B33AECCB}" dt="2025-11-17T23:54:13.385" v="4024" actId="20577"/>
        <pc:sldMkLst>
          <pc:docMk/>
          <pc:sldMk cId="2483942289" sldId="378"/>
        </pc:sldMkLst>
        <pc:spChg chg="mod">
          <ac:chgData name="elwison.denampo@cit.edu" userId="S::urn:spo:guest#elwison.denampo@cit.edu::" providerId="AD" clId="Web-{7D5789E0-3B28-2954-DB92-66F3B33AECCB}" dt="2025-11-17T23:54:13.385" v="4024" actId="20577"/>
          <ac:spMkLst>
            <pc:docMk/>
            <pc:sldMk cId="2483942289" sldId="378"/>
            <ac:spMk id="6" creationId="{C8B0D7FE-193A-E56C-5F1A-DCBD6AC741D2}"/>
          </ac:spMkLst>
        </pc:spChg>
      </pc:sldChg>
      <pc:sldChg chg="modSp add replId">
        <pc:chgData name="elwison.denampo@cit.edu" userId="S::urn:spo:guest#elwison.denampo@cit.edu::" providerId="AD" clId="Web-{7D5789E0-3B28-2954-DB92-66F3B33AECCB}" dt="2025-11-17T23:55:09.281" v="4032" actId="20577"/>
        <pc:sldMkLst>
          <pc:docMk/>
          <pc:sldMk cId="4085300503" sldId="379"/>
        </pc:sldMkLst>
        <pc:spChg chg="mod">
          <ac:chgData name="elwison.denampo@cit.edu" userId="S::urn:spo:guest#elwison.denampo@cit.edu::" providerId="AD" clId="Web-{7D5789E0-3B28-2954-DB92-66F3B33AECCB}" dt="2025-11-17T23:55:09.281" v="4032" actId="20577"/>
          <ac:spMkLst>
            <pc:docMk/>
            <pc:sldMk cId="4085300503" sldId="379"/>
            <ac:spMk id="6" creationId="{FA6F435F-42F8-53DF-D301-A87731E2B6B8}"/>
          </ac:spMkLst>
        </pc:spChg>
      </pc:sldChg>
      <pc:sldChg chg="add del replId">
        <pc:chgData name="elwison.denampo@cit.edu" userId="S::urn:spo:guest#elwison.denampo@cit.edu::" providerId="AD" clId="Web-{7D5789E0-3B28-2954-DB92-66F3B33AECCB}" dt="2025-11-17T23:55:11.859" v="4034"/>
        <pc:sldMkLst>
          <pc:docMk/>
          <pc:sldMk cId="2783417650" sldId="380"/>
        </pc:sldMkLst>
      </pc:sldChg>
      <pc:sldChg chg="modSp add replId">
        <pc:chgData name="elwison.denampo@cit.edu" userId="S::urn:spo:guest#elwison.denampo@cit.edu::" providerId="AD" clId="Web-{7D5789E0-3B28-2954-DB92-66F3B33AECCB}" dt="2025-11-17T23:55:50.237" v="4066" actId="20577"/>
        <pc:sldMkLst>
          <pc:docMk/>
          <pc:sldMk cId="3399129800" sldId="380"/>
        </pc:sldMkLst>
        <pc:spChg chg="mod">
          <ac:chgData name="elwison.denampo@cit.edu" userId="S::urn:spo:guest#elwison.denampo@cit.edu::" providerId="AD" clId="Web-{7D5789E0-3B28-2954-DB92-66F3B33AECCB}" dt="2025-11-17T23:55:50.237" v="4066" actId="20577"/>
          <ac:spMkLst>
            <pc:docMk/>
            <pc:sldMk cId="3399129800" sldId="380"/>
            <ac:spMk id="6" creationId="{807CB357-0480-3A21-5F99-840FFF551BA0}"/>
          </ac:spMkLst>
        </pc:spChg>
      </pc:sldChg>
      <pc:sldChg chg="modSp add replId">
        <pc:chgData name="elwison.denampo@cit.edu" userId="S::urn:spo:guest#elwison.denampo@cit.edu::" providerId="AD" clId="Web-{7D5789E0-3B28-2954-DB92-66F3B33AECCB}" dt="2025-11-17T23:55:56.565" v="4071" actId="20577"/>
        <pc:sldMkLst>
          <pc:docMk/>
          <pc:sldMk cId="4196218691" sldId="381"/>
        </pc:sldMkLst>
        <pc:spChg chg="mod">
          <ac:chgData name="elwison.denampo@cit.edu" userId="S::urn:spo:guest#elwison.denampo@cit.edu::" providerId="AD" clId="Web-{7D5789E0-3B28-2954-DB92-66F3B33AECCB}" dt="2025-11-17T23:55:56.565" v="4071" actId="20577"/>
          <ac:spMkLst>
            <pc:docMk/>
            <pc:sldMk cId="4196218691" sldId="381"/>
            <ac:spMk id="6" creationId="{FE7DC720-EE2E-77D9-BAF9-0CE09A493E36}"/>
          </ac:spMkLst>
        </pc:spChg>
      </pc:sldChg>
      <pc:sldChg chg="modSp add replId">
        <pc:chgData name="elwison.denampo@cit.edu" userId="S::urn:spo:guest#elwison.denampo@cit.edu::" providerId="AD" clId="Web-{7D5789E0-3B28-2954-DB92-66F3B33AECCB}" dt="2025-11-17T23:55:58.706" v="4072" actId="20577"/>
        <pc:sldMkLst>
          <pc:docMk/>
          <pc:sldMk cId="2217518478" sldId="382"/>
        </pc:sldMkLst>
        <pc:spChg chg="mod">
          <ac:chgData name="elwison.denampo@cit.edu" userId="S::urn:spo:guest#elwison.denampo@cit.edu::" providerId="AD" clId="Web-{7D5789E0-3B28-2954-DB92-66F3B33AECCB}" dt="2025-11-17T23:55:58.706" v="4072" actId="20577"/>
          <ac:spMkLst>
            <pc:docMk/>
            <pc:sldMk cId="2217518478" sldId="382"/>
            <ac:spMk id="6" creationId="{1DFA151F-E228-1059-4FCC-498CEED1BD67}"/>
          </ac:spMkLst>
        </pc:spChg>
      </pc:sldChg>
      <pc:sldChg chg="modSp add replId">
        <pc:chgData name="elwison.denampo@cit.edu" userId="S::urn:spo:guest#elwison.denampo@cit.edu::" providerId="AD" clId="Web-{7D5789E0-3B28-2954-DB92-66F3B33AECCB}" dt="2025-11-17T23:58:25.042" v="4102" actId="20577"/>
        <pc:sldMkLst>
          <pc:docMk/>
          <pc:sldMk cId="2408365271" sldId="383"/>
        </pc:sldMkLst>
        <pc:spChg chg="mod">
          <ac:chgData name="elwison.denampo@cit.edu" userId="S::urn:spo:guest#elwison.denampo@cit.edu::" providerId="AD" clId="Web-{7D5789E0-3B28-2954-DB92-66F3B33AECCB}" dt="2025-11-17T23:58:25.042" v="4102" actId="20577"/>
          <ac:spMkLst>
            <pc:docMk/>
            <pc:sldMk cId="2408365271" sldId="383"/>
            <ac:spMk id="6" creationId="{9988F862-F490-DFBE-4D38-68B0A3BB4E8E}"/>
          </ac:spMkLst>
        </pc:spChg>
      </pc:sldChg>
      <pc:sldChg chg="modSp add replId">
        <pc:chgData name="elwison.denampo@cit.edu" userId="S::urn:spo:guest#elwison.denampo@cit.edu::" providerId="AD" clId="Web-{7D5789E0-3B28-2954-DB92-66F3B33AECCB}" dt="2025-11-18T00:01:50.287" v="4136" actId="20577"/>
        <pc:sldMkLst>
          <pc:docMk/>
          <pc:sldMk cId="90143310" sldId="384"/>
        </pc:sldMkLst>
        <pc:spChg chg="mod">
          <ac:chgData name="elwison.denampo@cit.edu" userId="S::urn:spo:guest#elwison.denampo@cit.edu::" providerId="AD" clId="Web-{7D5789E0-3B28-2954-DB92-66F3B33AECCB}" dt="2025-11-18T00:01:50.287" v="4136" actId="20577"/>
          <ac:spMkLst>
            <pc:docMk/>
            <pc:sldMk cId="90143310" sldId="384"/>
            <ac:spMk id="6" creationId="{1408E140-DA9D-5CFC-9F29-DB8C96520858}"/>
          </ac:spMkLst>
        </pc:spChg>
      </pc:sldChg>
      <pc:sldChg chg="modSp add ord replId">
        <pc:chgData name="elwison.denampo@cit.edu" userId="S::urn:spo:guest#elwison.denampo@cit.edu::" providerId="AD" clId="Web-{7D5789E0-3B28-2954-DB92-66F3B33AECCB}" dt="2025-11-18T00:02:13.460" v="4160" actId="20577"/>
        <pc:sldMkLst>
          <pc:docMk/>
          <pc:sldMk cId="459682734" sldId="385"/>
        </pc:sldMkLst>
        <pc:spChg chg="mod">
          <ac:chgData name="elwison.denampo@cit.edu" userId="S::urn:spo:guest#elwison.denampo@cit.edu::" providerId="AD" clId="Web-{7D5789E0-3B28-2954-DB92-66F3B33AECCB}" dt="2025-11-18T00:02:13.460" v="4160" actId="20577"/>
          <ac:spMkLst>
            <pc:docMk/>
            <pc:sldMk cId="459682734" sldId="385"/>
            <ac:spMk id="6" creationId="{75B478F8-6514-7B45-EB96-1880B2D71076}"/>
          </ac:spMkLst>
        </pc:spChg>
      </pc:sldChg>
      <pc:sldChg chg="addSp delSp modSp add replId">
        <pc:chgData name="elwison.denampo@cit.edu" userId="S::urn:spo:guest#elwison.denampo@cit.edu::" providerId="AD" clId="Web-{7D5789E0-3B28-2954-DB92-66F3B33AECCB}" dt="2025-11-18T00:02:09.069" v="4157" actId="20577"/>
        <pc:sldMkLst>
          <pc:docMk/>
          <pc:sldMk cId="2729867844" sldId="386"/>
        </pc:sldMkLst>
        <pc:spChg chg="mod">
          <ac:chgData name="elwison.denampo@cit.edu" userId="S::urn:spo:guest#elwison.denampo@cit.edu::" providerId="AD" clId="Web-{7D5789E0-3B28-2954-DB92-66F3B33AECCB}" dt="2025-11-18T00:02:09.069" v="4157" actId="20577"/>
          <ac:spMkLst>
            <pc:docMk/>
            <pc:sldMk cId="2729867844" sldId="386"/>
            <ac:spMk id="6" creationId="{8FF843E4-5626-3855-574F-E767FC743E1D}"/>
          </ac:spMkLst>
        </pc:spChg>
        <pc:picChg chg="add mod">
          <ac:chgData name="elwison.denampo@cit.edu" userId="S::urn:spo:guest#elwison.denampo@cit.edu::" providerId="AD" clId="Web-{7D5789E0-3B28-2954-DB92-66F3B33AECCB}" dt="2025-11-18T00:01:24.797" v="4129" actId="14100"/>
          <ac:picMkLst>
            <pc:docMk/>
            <pc:sldMk cId="2729867844" sldId="386"/>
            <ac:picMk id="2" creationId="{B725A748-F6F8-8E49-23E0-21B7BA041E68}"/>
          </ac:picMkLst>
        </pc:picChg>
        <pc:picChg chg="del">
          <ac:chgData name="elwison.denampo@cit.edu" userId="S::urn:spo:guest#elwison.denampo@cit.edu::" providerId="AD" clId="Web-{7D5789E0-3B28-2954-DB92-66F3B33AECCB}" dt="2025-11-18T00:01:20.579" v="4126"/>
          <ac:picMkLst>
            <pc:docMk/>
            <pc:sldMk cId="2729867844" sldId="386"/>
            <ac:picMk id="3" creationId="{A308B132-202F-B9FD-9F32-060FAB8893F8}"/>
          </ac:picMkLst>
        </pc:picChg>
      </pc:sldChg>
      <pc:sldChg chg="modSp add replId">
        <pc:chgData name="elwison.denampo@cit.edu" userId="S::urn:spo:guest#elwison.denampo@cit.edu::" providerId="AD" clId="Web-{7D5789E0-3B28-2954-DB92-66F3B33AECCB}" dt="2025-11-18T00:03:33.244" v="4188" actId="20577"/>
        <pc:sldMkLst>
          <pc:docMk/>
          <pc:sldMk cId="3450266428" sldId="387"/>
        </pc:sldMkLst>
        <pc:spChg chg="mod">
          <ac:chgData name="elwison.denampo@cit.edu" userId="S::urn:spo:guest#elwison.denampo@cit.edu::" providerId="AD" clId="Web-{7D5789E0-3B28-2954-DB92-66F3B33AECCB}" dt="2025-11-18T00:03:33.244" v="4188" actId="20577"/>
          <ac:spMkLst>
            <pc:docMk/>
            <pc:sldMk cId="3450266428" sldId="387"/>
            <ac:spMk id="6" creationId="{B60575AD-9AA9-3D06-D1D6-C8A259BCDF44}"/>
          </ac:spMkLst>
        </pc:spChg>
      </pc:sldChg>
      <pc:sldChg chg="modSp add replId">
        <pc:chgData name="elwison.denampo@cit.edu" userId="S::urn:spo:guest#elwison.denampo@cit.edu::" providerId="AD" clId="Web-{7D5789E0-3B28-2954-DB92-66F3B33AECCB}" dt="2025-11-18T00:05:08.231" v="4215" actId="20577"/>
        <pc:sldMkLst>
          <pc:docMk/>
          <pc:sldMk cId="1717867058" sldId="388"/>
        </pc:sldMkLst>
        <pc:spChg chg="mod">
          <ac:chgData name="elwison.denampo@cit.edu" userId="S::urn:spo:guest#elwison.denampo@cit.edu::" providerId="AD" clId="Web-{7D5789E0-3B28-2954-DB92-66F3B33AECCB}" dt="2025-11-18T00:05:08.231" v="4215" actId="20577"/>
          <ac:spMkLst>
            <pc:docMk/>
            <pc:sldMk cId="1717867058" sldId="388"/>
            <ac:spMk id="6" creationId="{00884DED-81ED-1CD2-FFE8-C8F6992AFC0E}"/>
          </ac:spMkLst>
        </pc:spChg>
      </pc:sldChg>
      <pc:sldChg chg="modSp add replId">
        <pc:chgData name="elwison.denampo@cit.edu" userId="S::urn:spo:guest#elwison.denampo@cit.edu::" providerId="AD" clId="Web-{7D5789E0-3B28-2954-DB92-66F3B33AECCB}" dt="2025-11-18T00:06:40.905" v="4238" actId="20577"/>
        <pc:sldMkLst>
          <pc:docMk/>
          <pc:sldMk cId="3457335145" sldId="389"/>
        </pc:sldMkLst>
        <pc:spChg chg="mod">
          <ac:chgData name="elwison.denampo@cit.edu" userId="S::urn:spo:guest#elwison.denampo@cit.edu::" providerId="AD" clId="Web-{7D5789E0-3B28-2954-DB92-66F3B33AECCB}" dt="2025-11-18T00:06:40.905" v="4238" actId="20577"/>
          <ac:spMkLst>
            <pc:docMk/>
            <pc:sldMk cId="3457335145" sldId="389"/>
            <ac:spMk id="6" creationId="{EA9EE81D-1FB5-DAF4-D77D-E3BA78DE57B7}"/>
          </ac:spMkLst>
        </pc:spChg>
      </pc:sldChg>
      <pc:sldChg chg="modSp add replId">
        <pc:chgData name="elwison.denampo@cit.edu" userId="S::urn:spo:guest#elwison.denampo@cit.edu::" providerId="AD" clId="Web-{7D5789E0-3B28-2954-DB92-66F3B33AECCB}" dt="2025-11-18T00:07:36.265" v="4255" actId="20577"/>
        <pc:sldMkLst>
          <pc:docMk/>
          <pc:sldMk cId="1424018394" sldId="390"/>
        </pc:sldMkLst>
        <pc:spChg chg="mod">
          <ac:chgData name="elwison.denampo@cit.edu" userId="S::urn:spo:guest#elwison.denampo@cit.edu::" providerId="AD" clId="Web-{7D5789E0-3B28-2954-DB92-66F3B33AECCB}" dt="2025-11-18T00:07:36.265" v="4255" actId="20577"/>
          <ac:spMkLst>
            <pc:docMk/>
            <pc:sldMk cId="1424018394" sldId="390"/>
            <ac:spMk id="6" creationId="{2AF823E8-4AA5-EDA1-51F1-F9157C555A73}"/>
          </ac:spMkLst>
        </pc:spChg>
      </pc:sldChg>
      <pc:sldChg chg="add replId">
        <pc:chgData name="elwison.denampo@cit.edu" userId="S::urn:spo:guest#elwison.denampo@cit.edu::" providerId="AD" clId="Web-{7D5789E0-3B28-2954-DB92-66F3B33AECCB}" dt="2025-11-18T00:08:58.532" v="4267"/>
        <pc:sldMkLst>
          <pc:docMk/>
          <pc:sldMk cId="2534628096" sldId="391"/>
        </pc:sldMkLst>
      </pc:sldChg>
    </pc:docChg>
  </pc:docChgLst>
  <pc:docChgLst>
    <pc:chgData name="marcgerard.rivera@cit.edu" userId="S::urn:spo:guest#marcgerard.rivera@cit.edu::" providerId="AD" clId="Web-{355C2D11-1B30-7FE4-6C43-407046715A58}"/>
    <pc:docChg chg="modSld">
      <pc:chgData name="marcgerard.rivera@cit.edu" userId="S::urn:spo:guest#marcgerard.rivera@cit.edu::" providerId="AD" clId="Web-{355C2D11-1B30-7FE4-6C43-407046715A58}" dt="2025-11-14T15:43:12.106" v="139"/>
      <pc:docMkLst>
        <pc:docMk/>
      </pc:docMkLst>
      <pc:sldChg chg="modSp">
        <pc:chgData name="marcgerard.rivera@cit.edu" userId="S::urn:spo:guest#marcgerard.rivera@cit.edu::" providerId="AD" clId="Web-{355C2D11-1B30-7FE4-6C43-407046715A58}" dt="2025-11-14T15:42:43.229" v="101"/>
        <pc:sldMkLst>
          <pc:docMk/>
          <pc:sldMk cId="2245706828" sldId="302"/>
        </pc:sldMkLst>
      </pc:sldChg>
      <pc:sldChg chg="modSp">
        <pc:chgData name="marcgerard.rivera@cit.edu" userId="S::urn:spo:guest#marcgerard.rivera@cit.edu::" providerId="AD" clId="Web-{355C2D11-1B30-7FE4-6C43-407046715A58}" dt="2025-11-14T15:43:12.106" v="139"/>
        <pc:sldMkLst>
          <pc:docMk/>
          <pc:sldMk cId="42809985" sldId="306"/>
        </pc:sldMkLst>
        <pc:graphicFrameChg chg="mod modGraphic">
          <ac:chgData name="marcgerard.rivera@cit.edu" userId="S::urn:spo:guest#marcgerard.rivera@cit.edu::" providerId="AD" clId="Web-{355C2D11-1B30-7FE4-6C43-407046715A58}" dt="2025-11-14T15:43:12.106" v="139"/>
          <ac:graphicFrameMkLst>
            <pc:docMk/>
            <pc:sldMk cId="42809985" sldId="306"/>
            <ac:graphicFrameMk id="3" creationId="{209DBD24-1EDE-B61A-3C92-96DE90D14519}"/>
          </ac:graphicFrameMkLst>
        </pc:graphicFrameChg>
      </pc:sldChg>
    </pc:docChg>
  </pc:docChgLst>
  <pc:docChgLst>
    <pc:chgData name="elwison.denampo@cit.edu" userId="S::urn:spo:guest#elwison.denampo@cit.edu::" providerId="AD" clId="Web-{C8A438DA-371B-E40F-6D75-ACCA5DE7D5B6}"/>
    <pc:docChg chg="modSld">
      <pc:chgData name="elwison.denampo@cit.edu" userId="S::urn:spo:guest#elwison.denampo@cit.edu::" providerId="AD" clId="Web-{C8A438DA-371B-E40F-6D75-ACCA5DE7D5B6}" dt="2025-11-14T16:19:47.342" v="97"/>
      <pc:docMkLst>
        <pc:docMk/>
      </pc:docMkLst>
      <pc:sldChg chg="modSp">
        <pc:chgData name="elwison.denampo@cit.edu" userId="S::urn:spo:guest#elwison.denampo@cit.edu::" providerId="AD" clId="Web-{C8A438DA-371B-E40F-6D75-ACCA5DE7D5B6}" dt="2025-11-14T14:50:49.462" v="35"/>
        <pc:sldMkLst>
          <pc:docMk/>
          <pc:sldMk cId="3524111229" sldId="301"/>
        </pc:sldMkLst>
        <pc:graphicFrameChg chg="mod modGraphic">
          <ac:chgData name="elwison.denampo@cit.edu" userId="S::urn:spo:guest#elwison.denampo@cit.edu::" providerId="AD" clId="Web-{C8A438DA-371B-E40F-6D75-ACCA5DE7D5B6}" dt="2025-11-14T14:50:49.462" v="35"/>
          <ac:graphicFrameMkLst>
            <pc:docMk/>
            <pc:sldMk cId="3524111229" sldId="301"/>
            <ac:graphicFrameMk id="7" creationId="{23E76ECC-4536-4865-8AD7-1B0194E384F6}"/>
          </ac:graphicFrameMkLst>
        </pc:graphicFrameChg>
      </pc:sldChg>
      <pc:sldChg chg="modSp">
        <pc:chgData name="elwison.denampo@cit.edu" userId="S::urn:spo:guest#elwison.denampo@cit.edu::" providerId="AD" clId="Web-{C8A438DA-371B-E40F-6D75-ACCA5DE7D5B6}" dt="2025-11-14T16:19:47.342" v="97"/>
        <pc:sldMkLst>
          <pc:docMk/>
          <pc:sldMk cId="2245706828" sldId="302"/>
        </pc:sldMkLst>
      </pc:sldChg>
    </pc:docChg>
  </pc:docChgLst>
  <pc:docChgLst>
    <pc:chgData name="elwison.denampo@cit.edu" userId="S::urn:spo:guest#elwison.denampo@cit.edu::" providerId="AD" clId="Web-{E95C30B5-01F6-5DD3-CC2E-79750F959587}"/>
    <pc:docChg chg="modSld">
      <pc:chgData name="elwison.denampo@cit.edu" userId="S::urn:spo:guest#elwison.denampo@cit.edu::" providerId="AD" clId="Web-{E95C30B5-01F6-5DD3-CC2E-79750F959587}" dt="2025-11-17T05:26:22.552" v="6" actId="20577"/>
      <pc:docMkLst>
        <pc:docMk/>
      </pc:docMkLst>
      <pc:sldChg chg="modSp">
        <pc:chgData name="elwison.denampo@cit.edu" userId="S::urn:spo:guest#elwison.denampo@cit.edu::" providerId="AD" clId="Web-{E95C30B5-01F6-5DD3-CC2E-79750F959587}" dt="2025-11-17T05:26:22.552" v="6" actId="20577"/>
        <pc:sldMkLst>
          <pc:docMk/>
          <pc:sldMk cId="0" sldId="256"/>
        </pc:sldMkLst>
        <pc:spChg chg="mod">
          <ac:chgData name="elwison.denampo@cit.edu" userId="S::urn:spo:guest#elwison.denampo@cit.edu::" providerId="AD" clId="Web-{E95C30B5-01F6-5DD3-CC2E-79750F959587}" dt="2025-11-17T05:26:22.552" v="6" actId="20577"/>
          <ac:spMkLst>
            <pc:docMk/>
            <pc:sldMk cId="0" sldId="256"/>
            <ac:spMk id="2" creationId="{96CC4096-DA6E-EAF9-ED01-C8D66B2C7D28}"/>
          </ac:spMkLst>
        </pc:spChg>
        <pc:spChg chg="mod">
          <ac:chgData name="elwison.denampo@cit.edu" userId="S::urn:spo:guest#elwison.denampo@cit.edu::" providerId="AD" clId="Web-{E95C30B5-01F6-5DD3-CC2E-79750F959587}" dt="2025-11-17T05:26:10.427" v="1" actId="20577"/>
          <ac:spMkLst>
            <pc:docMk/>
            <pc:sldMk cId="0" sldId="256"/>
            <ac:spMk id="1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8719B3-CDAF-4E4E-9124-D2F208D83113}" type="datetimeFigureOut">
              <a:rPr lang="en-PH" smtClean="0"/>
              <a:t>11/17/2025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CB38CA-3D69-4A10-97FB-E19CB1BF6F5F}" type="slidenum">
              <a:rPr lang="en-PH" smtClean="0"/>
              <a:t>‹#›</a:t>
            </a:fld>
            <a:endParaRPr lang="en-PH"/>
          </a:p>
        </p:txBody>
      </p:sp>
    </p:spTree>
    <p:extLst>
      <p:ext uri="{BB962C8B-B14F-4D97-AF65-F5344CB8AC3E}">
        <p14:creationId xmlns:p14="http://schemas.microsoft.com/office/powerpoint/2010/main" val="96796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E4CB38CA-3D69-4A10-97FB-E19CB1BF6F5F}" type="slidenum">
              <a:rPr lang="en-PH" smtClean="0"/>
              <a:t>2</a:t>
            </a:fld>
            <a:endParaRPr lang="en-PH"/>
          </a:p>
        </p:txBody>
      </p:sp>
    </p:spTree>
    <p:extLst>
      <p:ext uri="{BB962C8B-B14F-4D97-AF65-F5344CB8AC3E}">
        <p14:creationId xmlns:p14="http://schemas.microsoft.com/office/powerpoint/2010/main" val="572812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5" name="PlaceHolder 2"/>
          <p:cNvSpPr>
            <a:spLocks noGrp="1"/>
          </p:cNvSpPr>
          <p:nvPr>
            <p:ph type="subTitle"/>
          </p:nvPr>
        </p:nvSpPr>
        <p:spPr>
          <a:xfrm>
            <a:off x="1218960" y="3209400"/>
            <a:ext cx="21944880" cy="7954920"/>
          </a:xfrm>
          <a:prstGeom prst="rect">
            <a:avLst/>
          </a:prstGeom>
        </p:spPr>
        <p:txBody>
          <a:bodyPr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7" name="PlaceHolder 2"/>
          <p:cNvSpPr>
            <a:spLocks noGrp="1"/>
          </p:cNvSpPr>
          <p:nvPr>
            <p:ph type="body"/>
          </p:nvPr>
        </p:nvSpPr>
        <p:spPr>
          <a:xfrm>
            <a:off x="1218960" y="3209400"/>
            <a:ext cx="21944880" cy="7954920"/>
          </a:xfrm>
          <a:prstGeom prst="rect">
            <a:avLst/>
          </a:prstGeom>
        </p:spPr>
        <p:txBody>
          <a:bodyPr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9" name="PlaceHolder 2"/>
          <p:cNvSpPr>
            <a:spLocks noGrp="1"/>
          </p:cNvSpPr>
          <p:nvPr>
            <p:ph type="body"/>
          </p:nvPr>
        </p:nvSpPr>
        <p:spPr>
          <a:xfrm>
            <a:off x="1218960" y="3209400"/>
            <a:ext cx="10708920" cy="7954920"/>
          </a:xfrm>
          <a:prstGeom prst="rect">
            <a:avLst/>
          </a:prstGeom>
        </p:spPr>
        <p:txBody>
          <a:bodyPr lIns="0" tIns="0" rIns="0" bIns="0"/>
          <a:lstStyle/>
          <a:p>
            <a:endParaRPr/>
          </a:p>
        </p:txBody>
      </p:sp>
      <p:sp>
        <p:nvSpPr>
          <p:cNvPr id="10" name="PlaceHolder 3"/>
          <p:cNvSpPr>
            <a:spLocks noGrp="1"/>
          </p:cNvSpPr>
          <p:nvPr>
            <p:ph type="body"/>
          </p:nvPr>
        </p:nvSpPr>
        <p:spPr>
          <a:xfrm>
            <a:off x="12463560" y="3209400"/>
            <a:ext cx="10708920" cy="7954920"/>
          </a:xfrm>
          <a:prstGeom prst="rect">
            <a:avLst/>
          </a:prstGeom>
        </p:spPr>
        <p:txBody>
          <a:bodyPr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1218960" y="547200"/>
            <a:ext cx="21944880" cy="10616040"/>
          </a:xfrm>
          <a:prstGeom prst="rect">
            <a:avLst/>
          </a:prstGeom>
        </p:spPr>
        <p:txBody>
          <a:bodyPr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14" name="PlaceHolder 2"/>
          <p:cNvSpPr>
            <a:spLocks noGrp="1"/>
          </p:cNvSpPr>
          <p:nvPr>
            <p:ph type="body"/>
          </p:nvPr>
        </p:nvSpPr>
        <p:spPr>
          <a:xfrm>
            <a:off x="1218960" y="3209400"/>
            <a:ext cx="10708920" cy="3794400"/>
          </a:xfrm>
          <a:prstGeom prst="rect">
            <a:avLst/>
          </a:prstGeom>
        </p:spPr>
        <p:txBody>
          <a:bodyPr lIns="0" tIns="0" rIns="0" bIns="0"/>
          <a:lstStyle/>
          <a:p>
            <a:endParaRPr/>
          </a:p>
        </p:txBody>
      </p:sp>
      <p:sp>
        <p:nvSpPr>
          <p:cNvPr id="15" name="PlaceHolder 3"/>
          <p:cNvSpPr>
            <a:spLocks noGrp="1"/>
          </p:cNvSpPr>
          <p:nvPr>
            <p:ph type="body"/>
          </p:nvPr>
        </p:nvSpPr>
        <p:spPr>
          <a:xfrm>
            <a:off x="1218960" y="7364520"/>
            <a:ext cx="10708920" cy="3794400"/>
          </a:xfrm>
          <a:prstGeom prst="rect">
            <a:avLst/>
          </a:prstGeom>
        </p:spPr>
        <p:txBody>
          <a:bodyPr lIns="0" tIns="0" rIns="0" bIns="0"/>
          <a:lstStyle/>
          <a:p>
            <a:endParaRPr/>
          </a:p>
        </p:txBody>
      </p:sp>
      <p:sp>
        <p:nvSpPr>
          <p:cNvPr id="16" name="PlaceHolder 4"/>
          <p:cNvSpPr>
            <a:spLocks noGrp="1"/>
          </p:cNvSpPr>
          <p:nvPr>
            <p:ph type="body"/>
          </p:nvPr>
        </p:nvSpPr>
        <p:spPr>
          <a:xfrm>
            <a:off x="12463560" y="3209400"/>
            <a:ext cx="10708920" cy="7954920"/>
          </a:xfrm>
          <a:prstGeom prst="rect">
            <a:avLst/>
          </a:prstGeom>
        </p:spPr>
        <p:txBody>
          <a:bodyPr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18" name="PlaceHolder 2"/>
          <p:cNvSpPr>
            <a:spLocks noGrp="1"/>
          </p:cNvSpPr>
          <p:nvPr>
            <p:ph type="body"/>
          </p:nvPr>
        </p:nvSpPr>
        <p:spPr>
          <a:xfrm>
            <a:off x="1218960" y="3209400"/>
            <a:ext cx="10708920" cy="7954920"/>
          </a:xfrm>
          <a:prstGeom prst="rect">
            <a:avLst/>
          </a:prstGeom>
        </p:spPr>
        <p:txBody>
          <a:bodyPr lIns="0" tIns="0" rIns="0" bIns="0"/>
          <a:lstStyle/>
          <a:p>
            <a:endParaRPr/>
          </a:p>
        </p:txBody>
      </p:sp>
      <p:sp>
        <p:nvSpPr>
          <p:cNvPr id="19" name="PlaceHolder 3"/>
          <p:cNvSpPr>
            <a:spLocks noGrp="1"/>
          </p:cNvSpPr>
          <p:nvPr>
            <p:ph type="body"/>
          </p:nvPr>
        </p:nvSpPr>
        <p:spPr>
          <a:xfrm>
            <a:off x="12463560" y="3209400"/>
            <a:ext cx="10708920" cy="3794400"/>
          </a:xfrm>
          <a:prstGeom prst="rect">
            <a:avLst/>
          </a:prstGeom>
        </p:spPr>
        <p:txBody>
          <a:bodyPr lIns="0" tIns="0" rIns="0" bIns="0"/>
          <a:lstStyle/>
          <a:p>
            <a:endParaRPr/>
          </a:p>
        </p:txBody>
      </p:sp>
      <p:sp>
        <p:nvSpPr>
          <p:cNvPr id="20" name="PlaceHolder 4"/>
          <p:cNvSpPr>
            <a:spLocks noGrp="1"/>
          </p:cNvSpPr>
          <p:nvPr>
            <p:ph type="body"/>
          </p:nvPr>
        </p:nvSpPr>
        <p:spPr>
          <a:xfrm>
            <a:off x="12463560" y="7364520"/>
            <a:ext cx="10708920" cy="3794400"/>
          </a:xfrm>
          <a:prstGeom prst="rect">
            <a:avLst/>
          </a:prstGeom>
        </p:spPr>
        <p:txBody>
          <a:bodyPr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22" name="PlaceHolder 2"/>
          <p:cNvSpPr>
            <a:spLocks noGrp="1"/>
          </p:cNvSpPr>
          <p:nvPr>
            <p:ph type="body"/>
          </p:nvPr>
        </p:nvSpPr>
        <p:spPr>
          <a:xfrm>
            <a:off x="1218960" y="3209400"/>
            <a:ext cx="10708920" cy="3794400"/>
          </a:xfrm>
          <a:prstGeom prst="rect">
            <a:avLst/>
          </a:prstGeom>
        </p:spPr>
        <p:txBody>
          <a:bodyPr lIns="0" tIns="0" rIns="0" bIns="0"/>
          <a:lstStyle/>
          <a:p>
            <a:endParaRPr/>
          </a:p>
        </p:txBody>
      </p:sp>
      <p:sp>
        <p:nvSpPr>
          <p:cNvPr id="23" name="PlaceHolder 3"/>
          <p:cNvSpPr>
            <a:spLocks noGrp="1"/>
          </p:cNvSpPr>
          <p:nvPr>
            <p:ph type="body"/>
          </p:nvPr>
        </p:nvSpPr>
        <p:spPr>
          <a:xfrm>
            <a:off x="12463560" y="3209400"/>
            <a:ext cx="10708920" cy="3794400"/>
          </a:xfrm>
          <a:prstGeom prst="rect">
            <a:avLst/>
          </a:prstGeom>
        </p:spPr>
        <p:txBody>
          <a:bodyPr lIns="0" tIns="0" rIns="0" bIns="0"/>
          <a:lstStyle/>
          <a:p>
            <a:endParaRPr/>
          </a:p>
        </p:txBody>
      </p:sp>
      <p:sp>
        <p:nvSpPr>
          <p:cNvPr id="24" name="PlaceHolder 4"/>
          <p:cNvSpPr>
            <a:spLocks noGrp="1"/>
          </p:cNvSpPr>
          <p:nvPr>
            <p:ph type="body"/>
          </p:nvPr>
        </p:nvSpPr>
        <p:spPr>
          <a:xfrm>
            <a:off x="1218960" y="7364520"/>
            <a:ext cx="21944880" cy="3794400"/>
          </a:xfrm>
          <a:prstGeom prst="rect">
            <a:avLst/>
          </a:prstGeom>
        </p:spPr>
        <p:txBody>
          <a:bodyPr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26" name="PlaceHolder 2"/>
          <p:cNvSpPr>
            <a:spLocks noGrp="1"/>
          </p:cNvSpPr>
          <p:nvPr>
            <p:ph type="body"/>
          </p:nvPr>
        </p:nvSpPr>
        <p:spPr>
          <a:xfrm>
            <a:off x="1218960" y="3209400"/>
            <a:ext cx="21944880" cy="3794400"/>
          </a:xfrm>
          <a:prstGeom prst="rect">
            <a:avLst/>
          </a:prstGeom>
        </p:spPr>
        <p:txBody>
          <a:bodyPr lIns="0" tIns="0" rIns="0" bIns="0"/>
          <a:lstStyle/>
          <a:p>
            <a:endParaRPr/>
          </a:p>
        </p:txBody>
      </p:sp>
      <p:sp>
        <p:nvSpPr>
          <p:cNvPr id="27" name="PlaceHolder 3"/>
          <p:cNvSpPr>
            <a:spLocks noGrp="1"/>
          </p:cNvSpPr>
          <p:nvPr>
            <p:ph type="body"/>
          </p:nvPr>
        </p:nvSpPr>
        <p:spPr>
          <a:xfrm>
            <a:off x="1218960" y="7364520"/>
            <a:ext cx="21944880" cy="3794400"/>
          </a:xfrm>
          <a:prstGeom prst="rect">
            <a:avLst/>
          </a:prstGeom>
        </p:spPr>
        <p:txBody>
          <a:bodyPr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29" name="PlaceHolder 2"/>
          <p:cNvSpPr>
            <a:spLocks noGrp="1"/>
          </p:cNvSpPr>
          <p:nvPr>
            <p:ph type="body"/>
          </p:nvPr>
        </p:nvSpPr>
        <p:spPr>
          <a:xfrm>
            <a:off x="1218960" y="3209400"/>
            <a:ext cx="10708920" cy="3794400"/>
          </a:xfrm>
          <a:prstGeom prst="rect">
            <a:avLst/>
          </a:prstGeom>
        </p:spPr>
        <p:txBody>
          <a:bodyPr lIns="0" tIns="0" rIns="0" bIns="0"/>
          <a:lstStyle/>
          <a:p>
            <a:endParaRPr/>
          </a:p>
        </p:txBody>
      </p:sp>
      <p:sp>
        <p:nvSpPr>
          <p:cNvPr id="30" name="PlaceHolder 3"/>
          <p:cNvSpPr>
            <a:spLocks noGrp="1"/>
          </p:cNvSpPr>
          <p:nvPr>
            <p:ph type="body"/>
          </p:nvPr>
        </p:nvSpPr>
        <p:spPr>
          <a:xfrm>
            <a:off x="12463560" y="3209400"/>
            <a:ext cx="10708920" cy="3794400"/>
          </a:xfrm>
          <a:prstGeom prst="rect">
            <a:avLst/>
          </a:prstGeom>
        </p:spPr>
        <p:txBody>
          <a:bodyPr lIns="0" tIns="0" rIns="0" bIns="0"/>
          <a:lstStyle/>
          <a:p>
            <a:endParaRPr/>
          </a:p>
        </p:txBody>
      </p:sp>
      <p:sp>
        <p:nvSpPr>
          <p:cNvPr id="31" name="PlaceHolder 4"/>
          <p:cNvSpPr>
            <a:spLocks noGrp="1"/>
          </p:cNvSpPr>
          <p:nvPr>
            <p:ph type="body"/>
          </p:nvPr>
        </p:nvSpPr>
        <p:spPr>
          <a:xfrm>
            <a:off x="12463560" y="7364520"/>
            <a:ext cx="10708920" cy="3794400"/>
          </a:xfrm>
          <a:prstGeom prst="rect">
            <a:avLst/>
          </a:prstGeom>
        </p:spPr>
        <p:txBody>
          <a:bodyPr lIns="0" tIns="0" rIns="0" bIns="0"/>
          <a:lstStyle/>
          <a:p>
            <a:endParaRPr/>
          </a:p>
        </p:txBody>
      </p:sp>
      <p:sp>
        <p:nvSpPr>
          <p:cNvPr id="32" name="PlaceHolder 5"/>
          <p:cNvSpPr>
            <a:spLocks noGrp="1"/>
          </p:cNvSpPr>
          <p:nvPr>
            <p:ph type="body"/>
          </p:nvPr>
        </p:nvSpPr>
        <p:spPr>
          <a:xfrm>
            <a:off x="1218960" y="7364520"/>
            <a:ext cx="10708920" cy="3794400"/>
          </a:xfrm>
          <a:prstGeom prst="rect">
            <a:avLst/>
          </a:prstGeom>
        </p:spPr>
        <p:txBody>
          <a:bodyPr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34" name="PlaceHolder 2"/>
          <p:cNvSpPr>
            <a:spLocks noGrp="1"/>
          </p:cNvSpPr>
          <p:nvPr>
            <p:ph type="body"/>
          </p:nvPr>
        </p:nvSpPr>
        <p:spPr>
          <a:xfrm>
            <a:off x="1218960" y="3209400"/>
            <a:ext cx="21944880" cy="7954920"/>
          </a:xfrm>
          <a:prstGeom prst="rect">
            <a:avLst/>
          </a:prstGeom>
        </p:spPr>
        <p:txBody>
          <a:bodyPr lIns="0" tIns="0" rIns="0" bIns="0"/>
          <a:lstStyle/>
          <a:p>
            <a:endParaRPr/>
          </a:p>
        </p:txBody>
      </p:sp>
      <p:sp>
        <p:nvSpPr>
          <p:cNvPr id="35" name="PlaceHolder 3"/>
          <p:cNvSpPr>
            <a:spLocks noGrp="1"/>
          </p:cNvSpPr>
          <p:nvPr>
            <p:ph type="body"/>
          </p:nvPr>
        </p:nvSpPr>
        <p:spPr>
          <a:xfrm>
            <a:off x="1218960" y="3209400"/>
            <a:ext cx="21944880" cy="7954920"/>
          </a:xfrm>
          <a:prstGeom prst="rect">
            <a:avLst/>
          </a:prstGeom>
        </p:spPr>
        <p:txBody>
          <a:bodyPr lIns="0" tIns="0" rIns="0" bIns="0"/>
          <a:lstStyle/>
          <a:p>
            <a:endParaRPr/>
          </a:p>
        </p:txBody>
      </p:sp>
      <p:pic>
        <p:nvPicPr>
          <p:cNvPr id="36" name="Picture 35"/>
          <p:cNvPicPr/>
          <p:nvPr/>
        </p:nvPicPr>
        <p:blipFill>
          <a:blip r:embed="rId2"/>
          <a:stretch/>
        </p:blipFill>
        <p:spPr>
          <a:xfrm>
            <a:off x="7206120" y="3209040"/>
            <a:ext cx="9970200" cy="7954920"/>
          </a:xfrm>
          <a:prstGeom prst="rect">
            <a:avLst/>
          </a:prstGeom>
          <a:ln>
            <a:noFill/>
          </a:ln>
        </p:spPr>
      </p:pic>
      <p:pic>
        <p:nvPicPr>
          <p:cNvPr id="37" name="Picture 36"/>
          <p:cNvPicPr/>
          <p:nvPr/>
        </p:nvPicPr>
        <p:blipFill>
          <a:blip r:embed="rId2"/>
          <a:stretch/>
        </p:blipFill>
        <p:spPr>
          <a:xfrm>
            <a:off x="7206120" y="3209040"/>
            <a:ext cx="9970200" cy="795492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83" name="PlaceHolder 2"/>
          <p:cNvSpPr>
            <a:spLocks noGrp="1"/>
          </p:cNvSpPr>
          <p:nvPr>
            <p:ph type="subTitle"/>
          </p:nvPr>
        </p:nvSpPr>
        <p:spPr>
          <a:xfrm>
            <a:off x="1218960" y="3209400"/>
            <a:ext cx="21944880" cy="7954920"/>
          </a:xfrm>
          <a:prstGeom prst="rect">
            <a:avLst/>
          </a:prstGeom>
        </p:spPr>
        <p:txBody>
          <a:bodyPr lIns="0" tIns="0" rIns="0" bIns="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85" name="PlaceHolder 2"/>
          <p:cNvSpPr>
            <a:spLocks noGrp="1"/>
          </p:cNvSpPr>
          <p:nvPr>
            <p:ph type="body"/>
          </p:nvPr>
        </p:nvSpPr>
        <p:spPr>
          <a:xfrm>
            <a:off x="1218960" y="3209400"/>
            <a:ext cx="21944880" cy="7954920"/>
          </a:xfrm>
          <a:prstGeom prst="rect">
            <a:avLst/>
          </a:prstGeom>
        </p:spPr>
        <p:txBody>
          <a:bodyPr lIns="0" tIns="0" rIns="0" bIns="0"/>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87" name="PlaceHolder 2"/>
          <p:cNvSpPr>
            <a:spLocks noGrp="1"/>
          </p:cNvSpPr>
          <p:nvPr>
            <p:ph type="body"/>
          </p:nvPr>
        </p:nvSpPr>
        <p:spPr>
          <a:xfrm>
            <a:off x="1218960" y="3209400"/>
            <a:ext cx="10708920" cy="7954920"/>
          </a:xfrm>
          <a:prstGeom prst="rect">
            <a:avLst/>
          </a:prstGeom>
        </p:spPr>
        <p:txBody>
          <a:bodyPr lIns="0" tIns="0" rIns="0" bIns="0"/>
          <a:lstStyle/>
          <a:p>
            <a:endParaRPr/>
          </a:p>
        </p:txBody>
      </p:sp>
      <p:sp>
        <p:nvSpPr>
          <p:cNvPr id="88" name="PlaceHolder 3"/>
          <p:cNvSpPr>
            <a:spLocks noGrp="1"/>
          </p:cNvSpPr>
          <p:nvPr>
            <p:ph type="body"/>
          </p:nvPr>
        </p:nvSpPr>
        <p:spPr>
          <a:xfrm>
            <a:off x="12463560" y="3209400"/>
            <a:ext cx="10708920" cy="7954920"/>
          </a:xfrm>
          <a:prstGeom prst="rect">
            <a:avLst/>
          </a:prstGeom>
        </p:spPr>
        <p:txBody>
          <a:bodyPr lIns="0" tIns="0" rIns="0" bIns="0"/>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1218960" y="547200"/>
            <a:ext cx="21944880" cy="10616040"/>
          </a:xfrm>
          <a:prstGeom prst="rect">
            <a:avLst/>
          </a:prstGeom>
        </p:spPr>
        <p:txBody>
          <a:bodyPr lIns="0" tIns="0" rIns="0" bIns="0" anchor="ct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92" name="PlaceHolder 2"/>
          <p:cNvSpPr>
            <a:spLocks noGrp="1"/>
          </p:cNvSpPr>
          <p:nvPr>
            <p:ph type="body"/>
          </p:nvPr>
        </p:nvSpPr>
        <p:spPr>
          <a:xfrm>
            <a:off x="1218960" y="3209400"/>
            <a:ext cx="10708920" cy="3794400"/>
          </a:xfrm>
          <a:prstGeom prst="rect">
            <a:avLst/>
          </a:prstGeom>
        </p:spPr>
        <p:txBody>
          <a:bodyPr lIns="0" tIns="0" rIns="0" bIns="0"/>
          <a:lstStyle/>
          <a:p>
            <a:endParaRPr/>
          </a:p>
        </p:txBody>
      </p:sp>
      <p:sp>
        <p:nvSpPr>
          <p:cNvPr id="93" name="PlaceHolder 3"/>
          <p:cNvSpPr>
            <a:spLocks noGrp="1"/>
          </p:cNvSpPr>
          <p:nvPr>
            <p:ph type="body"/>
          </p:nvPr>
        </p:nvSpPr>
        <p:spPr>
          <a:xfrm>
            <a:off x="1218960" y="7364520"/>
            <a:ext cx="10708920" cy="3794400"/>
          </a:xfrm>
          <a:prstGeom prst="rect">
            <a:avLst/>
          </a:prstGeom>
        </p:spPr>
        <p:txBody>
          <a:bodyPr lIns="0" tIns="0" rIns="0" bIns="0"/>
          <a:lstStyle/>
          <a:p>
            <a:endParaRPr/>
          </a:p>
        </p:txBody>
      </p:sp>
      <p:sp>
        <p:nvSpPr>
          <p:cNvPr id="94" name="PlaceHolder 4"/>
          <p:cNvSpPr>
            <a:spLocks noGrp="1"/>
          </p:cNvSpPr>
          <p:nvPr>
            <p:ph type="body"/>
          </p:nvPr>
        </p:nvSpPr>
        <p:spPr>
          <a:xfrm>
            <a:off x="12463560" y="3209400"/>
            <a:ext cx="10708920" cy="7954920"/>
          </a:xfrm>
          <a:prstGeom prst="rect">
            <a:avLst/>
          </a:prstGeom>
        </p:spPr>
        <p:txBody>
          <a:bodyPr lIns="0" tIns="0" rIns="0" bIns="0"/>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96" name="PlaceHolder 2"/>
          <p:cNvSpPr>
            <a:spLocks noGrp="1"/>
          </p:cNvSpPr>
          <p:nvPr>
            <p:ph type="body"/>
          </p:nvPr>
        </p:nvSpPr>
        <p:spPr>
          <a:xfrm>
            <a:off x="1218960" y="3209400"/>
            <a:ext cx="10708920" cy="7954920"/>
          </a:xfrm>
          <a:prstGeom prst="rect">
            <a:avLst/>
          </a:prstGeom>
        </p:spPr>
        <p:txBody>
          <a:bodyPr lIns="0" tIns="0" rIns="0" bIns="0"/>
          <a:lstStyle/>
          <a:p>
            <a:endParaRPr/>
          </a:p>
        </p:txBody>
      </p:sp>
      <p:sp>
        <p:nvSpPr>
          <p:cNvPr id="97" name="PlaceHolder 3"/>
          <p:cNvSpPr>
            <a:spLocks noGrp="1"/>
          </p:cNvSpPr>
          <p:nvPr>
            <p:ph type="body"/>
          </p:nvPr>
        </p:nvSpPr>
        <p:spPr>
          <a:xfrm>
            <a:off x="12463560" y="3209400"/>
            <a:ext cx="10708920" cy="3794400"/>
          </a:xfrm>
          <a:prstGeom prst="rect">
            <a:avLst/>
          </a:prstGeom>
        </p:spPr>
        <p:txBody>
          <a:bodyPr lIns="0" tIns="0" rIns="0" bIns="0"/>
          <a:lstStyle/>
          <a:p>
            <a:endParaRPr/>
          </a:p>
        </p:txBody>
      </p:sp>
      <p:sp>
        <p:nvSpPr>
          <p:cNvPr id="98" name="PlaceHolder 4"/>
          <p:cNvSpPr>
            <a:spLocks noGrp="1"/>
          </p:cNvSpPr>
          <p:nvPr>
            <p:ph type="body"/>
          </p:nvPr>
        </p:nvSpPr>
        <p:spPr>
          <a:xfrm>
            <a:off x="12463560" y="7364520"/>
            <a:ext cx="10708920" cy="3794400"/>
          </a:xfrm>
          <a:prstGeom prst="rect">
            <a:avLst/>
          </a:prstGeom>
        </p:spPr>
        <p:txBody>
          <a:bodyPr lIns="0" tIns="0" rIns="0" bIns="0"/>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100" name="PlaceHolder 2"/>
          <p:cNvSpPr>
            <a:spLocks noGrp="1"/>
          </p:cNvSpPr>
          <p:nvPr>
            <p:ph type="body"/>
          </p:nvPr>
        </p:nvSpPr>
        <p:spPr>
          <a:xfrm>
            <a:off x="1218960" y="3209400"/>
            <a:ext cx="10708920" cy="3794400"/>
          </a:xfrm>
          <a:prstGeom prst="rect">
            <a:avLst/>
          </a:prstGeom>
        </p:spPr>
        <p:txBody>
          <a:bodyPr lIns="0" tIns="0" rIns="0" bIns="0"/>
          <a:lstStyle/>
          <a:p>
            <a:endParaRPr/>
          </a:p>
        </p:txBody>
      </p:sp>
      <p:sp>
        <p:nvSpPr>
          <p:cNvPr id="101" name="PlaceHolder 3"/>
          <p:cNvSpPr>
            <a:spLocks noGrp="1"/>
          </p:cNvSpPr>
          <p:nvPr>
            <p:ph type="body"/>
          </p:nvPr>
        </p:nvSpPr>
        <p:spPr>
          <a:xfrm>
            <a:off x="12463560" y="3209400"/>
            <a:ext cx="10708920" cy="3794400"/>
          </a:xfrm>
          <a:prstGeom prst="rect">
            <a:avLst/>
          </a:prstGeom>
        </p:spPr>
        <p:txBody>
          <a:bodyPr lIns="0" tIns="0" rIns="0" bIns="0"/>
          <a:lstStyle/>
          <a:p>
            <a:endParaRPr/>
          </a:p>
        </p:txBody>
      </p:sp>
      <p:sp>
        <p:nvSpPr>
          <p:cNvPr id="102" name="PlaceHolder 4"/>
          <p:cNvSpPr>
            <a:spLocks noGrp="1"/>
          </p:cNvSpPr>
          <p:nvPr>
            <p:ph type="body"/>
          </p:nvPr>
        </p:nvSpPr>
        <p:spPr>
          <a:xfrm>
            <a:off x="1218960" y="7364520"/>
            <a:ext cx="21944880" cy="3794400"/>
          </a:xfrm>
          <a:prstGeom prst="rect">
            <a:avLst/>
          </a:prstGeom>
        </p:spPr>
        <p:txBody>
          <a:bodyPr lIns="0" tIns="0" rIns="0" bIns="0"/>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104" name="PlaceHolder 2"/>
          <p:cNvSpPr>
            <a:spLocks noGrp="1"/>
          </p:cNvSpPr>
          <p:nvPr>
            <p:ph type="body"/>
          </p:nvPr>
        </p:nvSpPr>
        <p:spPr>
          <a:xfrm>
            <a:off x="1218960" y="3209400"/>
            <a:ext cx="21944880" cy="3794400"/>
          </a:xfrm>
          <a:prstGeom prst="rect">
            <a:avLst/>
          </a:prstGeom>
        </p:spPr>
        <p:txBody>
          <a:bodyPr lIns="0" tIns="0" rIns="0" bIns="0"/>
          <a:lstStyle/>
          <a:p>
            <a:endParaRPr/>
          </a:p>
        </p:txBody>
      </p:sp>
      <p:sp>
        <p:nvSpPr>
          <p:cNvPr id="105" name="PlaceHolder 3"/>
          <p:cNvSpPr>
            <a:spLocks noGrp="1"/>
          </p:cNvSpPr>
          <p:nvPr>
            <p:ph type="body"/>
          </p:nvPr>
        </p:nvSpPr>
        <p:spPr>
          <a:xfrm>
            <a:off x="1218960" y="7364520"/>
            <a:ext cx="21944880" cy="3794400"/>
          </a:xfrm>
          <a:prstGeom prst="rect">
            <a:avLst/>
          </a:prstGeom>
        </p:spPr>
        <p:txBody>
          <a:bodyPr lIns="0" tIns="0" rIns="0" bIns="0"/>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107" name="PlaceHolder 2"/>
          <p:cNvSpPr>
            <a:spLocks noGrp="1"/>
          </p:cNvSpPr>
          <p:nvPr>
            <p:ph type="body"/>
          </p:nvPr>
        </p:nvSpPr>
        <p:spPr>
          <a:xfrm>
            <a:off x="1218960" y="3209400"/>
            <a:ext cx="10708920" cy="3794400"/>
          </a:xfrm>
          <a:prstGeom prst="rect">
            <a:avLst/>
          </a:prstGeom>
        </p:spPr>
        <p:txBody>
          <a:bodyPr lIns="0" tIns="0" rIns="0" bIns="0"/>
          <a:lstStyle/>
          <a:p>
            <a:endParaRPr/>
          </a:p>
        </p:txBody>
      </p:sp>
      <p:sp>
        <p:nvSpPr>
          <p:cNvPr id="108" name="PlaceHolder 3"/>
          <p:cNvSpPr>
            <a:spLocks noGrp="1"/>
          </p:cNvSpPr>
          <p:nvPr>
            <p:ph type="body"/>
          </p:nvPr>
        </p:nvSpPr>
        <p:spPr>
          <a:xfrm>
            <a:off x="12463560" y="3209400"/>
            <a:ext cx="10708920" cy="3794400"/>
          </a:xfrm>
          <a:prstGeom prst="rect">
            <a:avLst/>
          </a:prstGeom>
        </p:spPr>
        <p:txBody>
          <a:bodyPr lIns="0" tIns="0" rIns="0" bIns="0"/>
          <a:lstStyle/>
          <a:p>
            <a:endParaRPr/>
          </a:p>
        </p:txBody>
      </p:sp>
      <p:sp>
        <p:nvSpPr>
          <p:cNvPr id="109" name="PlaceHolder 4"/>
          <p:cNvSpPr>
            <a:spLocks noGrp="1"/>
          </p:cNvSpPr>
          <p:nvPr>
            <p:ph type="body"/>
          </p:nvPr>
        </p:nvSpPr>
        <p:spPr>
          <a:xfrm>
            <a:off x="12463560" y="7364520"/>
            <a:ext cx="10708920" cy="3794400"/>
          </a:xfrm>
          <a:prstGeom prst="rect">
            <a:avLst/>
          </a:prstGeom>
        </p:spPr>
        <p:txBody>
          <a:bodyPr lIns="0" tIns="0" rIns="0" bIns="0"/>
          <a:lstStyle/>
          <a:p>
            <a:endParaRPr/>
          </a:p>
        </p:txBody>
      </p:sp>
      <p:sp>
        <p:nvSpPr>
          <p:cNvPr id="110" name="PlaceHolder 5"/>
          <p:cNvSpPr>
            <a:spLocks noGrp="1"/>
          </p:cNvSpPr>
          <p:nvPr>
            <p:ph type="body"/>
          </p:nvPr>
        </p:nvSpPr>
        <p:spPr>
          <a:xfrm>
            <a:off x="1218960" y="7364520"/>
            <a:ext cx="10708920" cy="3794400"/>
          </a:xfrm>
          <a:prstGeom prst="rect">
            <a:avLst/>
          </a:prstGeom>
        </p:spPr>
        <p:txBody>
          <a:bodyPr lIns="0" tIns="0" rIns="0" bIns="0"/>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1218960" y="547200"/>
            <a:ext cx="21944880" cy="2289960"/>
          </a:xfrm>
          <a:prstGeom prst="rect">
            <a:avLst/>
          </a:prstGeom>
        </p:spPr>
        <p:txBody>
          <a:bodyPr lIns="0" tIns="0" rIns="0" bIns="0" anchor="ctr"/>
          <a:lstStyle/>
          <a:p>
            <a:endParaRPr/>
          </a:p>
        </p:txBody>
      </p:sp>
      <p:sp>
        <p:nvSpPr>
          <p:cNvPr id="112" name="PlaceHolder 2"/>
          <p:cNvSpPr>
            <a:spLocks noGrp="1"/>
          </p:cNvSpPr>
          <p:nvPr>
            <p:ph type="body"/>
          </p:nvPr>
        </p:nvSpPr>
        <p:spPr>
          <a:xfrm>
            <a:off x="1218960" y="3209400"/>
            <a:ext cx="21944880" cy="7954920"/>
          </a:xfrm>
          <a:prstGeom prst="rect">
            <a:avLst/>
          </a:prstGeom>
        </p:spPr>
        <p:txBody>
          <a:bodyPr lIns="0" tIns="0" rIns="0" bIns="0"/>
          <a:lstStyle/>
          <a:p>
            <a:endParaRPr/>
          </a:p>
        </p:txBody>
      </p:sp>
      <p:sp>
        <p:nvSpPr>
          <p:cNvPr id="113" name="PlaceHolder 3"/>
          <p:cNvSpPr>
            <a:spLocks noGrp="1"/>
          </p:cNvSpPr>
          <p:nvPr>
            <p:ph type="body"/>
          </p:nvPr>
        </p:nvSpPr>
        <p:spPr>
          <a:xfrm>
            <a:off x="1218960" y="3209400"/>
            <a:ext cx="21944880" cy="7954920"/>
          </a:xfrm>
          <a:prstGeom prst="rect">
            <a:avLst/>
          </a:prstGeom>
        </p:spPr>
        <p:txBody>
          <a:bodyPr lIns="0" tIns="0" rIns="0" bIns="0"/>
          <a:lstStyle/>
          <a:p>
            <a:endParaRPr/>
          </a:p>
        </p:txBody>
      </p:sp>
      <p:pic>
        <p:nvPicPr>
          <p:cNvPr id="114" name="Picture 113"/>
          <p:cNvPicPr/>
          <p:nvPr/>
        </p:nvPicPr>
        <p:blipFill>
          <a:blip r:embed="rId2"/>
          <a:stretch/>
        </p:blipFill>
        <p:spPr>
          <a:xfrm>
            <a:off x="7206120" y="3209040"/>
            <a:ext cx="9970200" cy="7954920"/>
          </a:xfrm>
          <a:prstGeom prst="rect">
            <a:avLst/>
          </a:prstGeom>
          <a:ln>
            <a:noFill/>
          </a:ln>
        </p:spPr>
      </p:pic>
      <p:pic>
        <p:nvPicPr>
          <p:cNvPr id="115" name="Picture 114"/>
          <p:cNvPicPr/>
          <p:nvPr/>
        </p:nvPicPr>
        <p:blipFill>
          <a:blip r:embed="rId2"/>
          <a:stretch/>
        </p:blipFill>
        <p:spPr>
          <a:xfrm>
            <a:off x="7206120" y="3209040"/>
            <a:ext cx="9970200" cy="795492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FD618E-751F-4B67-8D52-36EFFECCE635}"/>
              </a:ext>
            </a:extLst>
          </p:cNvPr>
          <p:cNvSpPr>
            <a:spLocks noGrp="1"/>
          </p:cNvSpPr>
          <p:nvPr>
            <p:ph idx="1"/>
          </p:nvPr>
        </p:nvSpPr>
        <p:spPr>
          <a:xfrm>
            <a:off x="533399" y="2506661"/>
            <a:ext cx="22174198" cy="96099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E34BDAE-3D3D-4787-AE2B-DBB01869ED2C}"/>
              </a:ext>
            </a:extLst>
          </p:cNvPr>
          <p:cNvSpPr>
            <a:spLocks noGrp="1"/>
          </p:cNvSpPr>
          <p:nvPr>
            <p:ph type="dt" sz="half" idx="10"/>
          </p:nvPr>
        </p:nvSpPr>
        <p:spPr/>
        <p:txBody>
          <a:bodyPr/>
          <a:lstStyle/>
          <a:p>
            <a:fld id="{B132D713-A850-45AE-9272-483605446FC6}" type="datetime1">
              <a:rPr lang="en-PH" smtClean="0"/>
              <a:t>11/17/2025</a:t>
            </a:fld>
            <a:endParaRPr lang="en-PH"/>
          </a:p>
        </p:txBody>
      </p:sp>
      <p:sp>
        <p:nvSpPr>
          <p:cNvPr id="5" name="Footer Placeholder 4">
            <a:extLst>
              <a:ext uri="{FF2B5EF4-FFF2-40B4-BE49-F238E27FC236}">
                <a16:creationId xmlns:a16="http://schemas.microsoft.com/office/drawing/2014/main" id="{1A1148A0-EDFC-461D-8177-2A7F15797BDD}"/>
              </a:ext>
            </a:extLst>
          </p:cNvPr>
          <p:cNvSpPr>
            <a:spLocks noGrp="1"/>
          </p:cNvSpPr>
          <p:nvPr>
            <p:ph type="ftr" sz="quarter" idx="11"/>
          </p:nvPr>
        </p:nvSpPr>
        <p:spPr/>
        <p:txBody>
          <a:body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FC6199A0-B394-4D8C-A393-263134CEB7D8}"/>
              </a:ext>
            </a:extLst>
          </p:cNvPr>
          <p:cNvSpPr>
            <a:spLocks noGrp="1"/>
          </p:cNvSpPr>
          <p:nvPr>
            <p:ph type="sldNum" sz="quarter" idx="12"/>
          </p:nvPr>
        </p:nvSpPr>
        <p:spPr/>
        <p:txBody>
          <a:bodyPr/>
          <a:lstStyle/>
          <a:p>
            <a:fld id="{62B13910-3416-45C6-AE3F-38659B3B2833}" type="slidenum">
              <a:rPr lang="en-PH" smtClean="0"/>
              <a:t>‹#›</a:t>
            </a:fld>
            <a:endParaRPr lang="en-PH"/>
          </a:p>
        </p:txBody>
      </p:sp>
      <p:pic>
        <p:nvPicPr>
          <p:cNvPr id="7" name="Google Shape;77;p16" descr="Picture 1">
            <a:extLst>
              <a:ext uri="{FF2B5EF4-FFF2-40B4-BE49-F238E27FC236}">
                <a16:creationId xmlns:a16="http://schemas.microsoft.com/office/drawing/2014/main" id="{7E25A6BA-A96D-4776-A71E-A1F6E88B3813}"/>
              </a:ext>
            </a:extLst>
          </p:cNvPr>
          <p:cNvPicPr preferRelativeResize="0"/>
          <p:nvPr/>
        </p:nvPicPr>
        <p:blipFill rotWithShape="1">
          <a:blip r:embed="rId2">
            <a:alphaModFix/>
          </a:blip>
          <a:srcRect/>
          <a:stretch/>
        </p:blipFill>
        <p:spPr>
          <a:xfrm>
            <a:off x="0" y="1599412"/>
            <a:ext cx="7086600" cy="219468"/>
          </a:xfrm>
          <a:prstGeom prst="rect">
            <a:avLst/>
          </a:prstGeom>
          <a:noFill/>
          <a:ln>
            <a:noFill/>
          </a:ln>
        </p:spPr>
      </p:pic>
      <p:sp>
        <p:nvSpPr>
          <p:cNvPr id="10" name="Text Placeholder 9">
            <a:extLst>
              <a:ext uri="{FF2B5EF4-FFF2-40B4-BE49-F238E27FC236}">
                <a16:creationId xmlns:a16="http://schemas.microsoft.com/office/drawing/2014/main" id="{91CAED56-8B93-43BF-A466-EA63461EBCAF}"/>
              </a:ext>
            </a:extLst>
          </p:cNvPr>
          <p:cNvSpPr>
            <a:spLocks noGrp="1"/>
          </p:cNvSpPr>
          <p:nvPr>
            <p:ph type="body" sz="quarter" idx="13" hasCustomPrompt="1"/>
          </p:nvPr>
        </p:nvSpPr>
        <p:spPr>
          <a:xfrm>
            <a:off x="533400" y="203200"/>
            <a:ext cx="22174200" cy="1282700"/>
          </a:xfrm>
        </p:spPr>
        <p:txBody>
          <a:bodyPr anchor="ctr">
            <a:normAutofit/>
          </a:bodyPr>
          <a:lstStyle>
            <a:lvl1pPr marL="0" indent="0">
              <a:buNone/>
              <a:defRPr sz="8000">
                <a:solidFill>
                  <a:srgbClr val="FF0000"/>
                </a:solidFill>
                <a:latin typeface="Impact" panose="020B0806030902050204" pitchFamily="34" charset="0"/>
              </a:defRPr>
            </a:lvl1pPr>
          </a:lstStyle>
          <a:p>
            <a:pPr lvl="0"/>
            <a:r>
              <a:rPr lang="en-PH"/>
              <a:t>Slide Title</a:t>
            </a:r>
          </a:p>
        </p:txBody>
      </p:sp>
    </p:spTree>
    <p:extLst>
      <p:ext uri="{BB962C8B-B14F-4D97-AF65-F5344CB8AC3E}">
        <p14:creationId xmlns:p14="http://schemas.microsoft.com/office/powerpoint/2010/main" val="3550210545"/>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9E9D1-BACA-4AF9-8CA0-1C37D62BE9DE}"/>
              </a:ext>
            </a:extLst>
          </p:cNvPr>
          <p:cNvSpPr>
            <a:spLocks noGrp="1"/>
          </p:cNvSpPr>
          <p:nvPr>
            <p:ph type="ctrTitle"/>
          </p:nvPr>
        </p:nvSpPr>
        <p:spPr>
          <a:xfrm>
            <a:off x="3048000" y="2244726"/>
            <a:ext cx="18288000" cy="4775200"/>
          </a:xfrm>
        </p:spPr>
        <p:txBody>
          <a:bodyPr anchor="b"/>
          <a:lstStyle>
            <a:lvl1pPr algn="ctr">
              <a:defRPr sz="12000"/>
            </a:lvl1pPr>
          </a:lstStyle>
          <a:p>
            <a:r>
              <a:rPr lang="en-US"/>
              <a:t>Click to edit Master title style</a:t>
            </a:r>
            <a:endParaRPr lang="en-PH"/>
          </a:p>
        </p:txBody>
      </p:sp>
      <p:sp>
        <p:nvSpPr>
          <p:cNvPr id="3" name="Subtitle 2">
            <a:extLst>
              <a:ext uri="{FF2B5EF4-FFF2-40B4-BE49-F238E27FC236}">
                <a16:creationId xmlns:a16="http://schemas.microsoft.com/office/drawing/2014/main" id="{EB68480E-DDB2-4F61-A104-3C80C487EB0A}"/>
              </a:ext>
            </a:extLst>
          </p:cNvPr>
          <p:cNvSpPr>
            <a:spLocks noGrp="1"/>
          </p:cNvSpPr>
          <p:nvPr>
            <p:ph type="subTitle" idx="1"/>
          </p:nvPr>
        </p:nvSpPr>
        <p:spPr>
          <a:xfrm>
            <a:off x="3048000" y="7204076"/>
            <a:ext cx="18288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1915FE56-EE55-4D70-8F5F-7EB1C82D7C0C}"/>
              </a:ext>
            </a:extLst>
          </p:cNvPr>
          <p:cNvSpPr>
            <a:spLocks noGrp="1"/>
          </p:cNvSpPr>
          <p:nvPr>
            <p:ph type="dt" sz="half" idx="10"/>
          </p:nvPr>
        </p:nvSpPr>
        <p:spPr/>
        <p:txBody>
          <a:bodyPr/>
          <a:lstStyle/>
          <a:p>
            <a:fld id="{3D8E71E8-DB15-4FEF-9561-51E099392058}" type="datetime1">
              <a:rPr lang="en-PH" smtClean="0"/>
              <a:t>11/17/2025</a:t>
            </a:fld>
            <a:endParaRPr lang="en-PH"/>
          </a:p>
        </p:txBody>
      </p:sp>
      <p:sp>
        <p:nvSpPr>
          <p:cNvPr id="5" name="Footer Placeholder 4">
            <a:extLst>
              <a:ext uri="{FF2B5EF4-FFF2-40B4-BE49-F238E27FC236}">
                <a16:creationId xmlns:a16="http://schemas.microsoft.com/office/drawing/2014/main" id="{18546D5F-639D-4870-BB32-E70D8124E2F9}"/>
              </a:ext>
            </a:extLst>
          </p:cNvPr>
          <p:cNvSpPr>
            <a:spLocks noGrp="1"/>
          </p:cNvSpPr>
          <p:nvPr>
            <p:ph type="ftr" sz="quarter" idx="11"/>
          </p:nvPr>
        </p:nvSpPr>
        <p:spPr/>
        <p:txBody>
          <a:body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B8E231FD-D226-45E4-A7BE-AF07F7D1674A}"/>
              </a:ext>
            </a:extLst>
          </p:cNvPr>
          <p:cNvSpPr>
            <a:spLocks noGrp="1"/>
          </p:cNvSpPr>
          <p:nvPr>
            <p:ph type="sldNum" sz="quarter" idx="12"/>
          </p:nvPr>
        </p:nvSpPr>
        <p:spPr/>
        <p:txBody>
          <a:bodyPr/>
          <a:lstStyle/>
          <a:p>
            <a:fld id="{62B13910-3416-45C6-AE3F-38659B3B2833}" type="slidenum">
              <a:rPr lang="en-PH" smtClean="0"/>
              <a:t>‹#›</a:t>
            </a:fld>
            <a:endParaRPr lang="en-PH"/>
          </a:p>
        </p:txBody>
      </p:sp>
    </p:spTree>
    <p:extLst>
      <p:ext uri="{BB962C8B-B14F-4D97-AF65-F5344CB8AC3E}">
        <p14:creationId xmlns:p14="http://schemas.microsoft.com/office/powerpoint/2010/main" val="3037257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4" name="CustomShape 1"/>
          <p:cNvSpPr/>
          <p:nvPr/>
        </p:nvSpPr>
        <p:spPr>
          <a:xfrm>
            <a:off x="303480" y="401400"/>
            <a:ext cx="23858280" cy="1793880"/>
          </a:xfrm>
          <a:prstGeom prst="rect">
            <a:avLst/>
          </a:prstGeom>
          <a:noFill/>
          <a:ln>
            <a:noFill/>
          </a:ln>
        </p:spPr>
        <p:style>
          <a:lnRef idx="0">
            <a:scrgbClr r="0" g="0" b="0"/>
          </a:lnRef>
          <a:fillRef idx="0">
            <a:scrgbClr r="0" g="0" b="0"/>
          </a:fillRef>
          <a:effectRef idx="0">
            <a:scrgbClr r="0" g="0" b="0"/>
          </a:effectRef>
          <a:fontRef idx="minor"/>
        </p:style>
      </p:sp>
      <p:sp>
        <p:nvSpPr>
          <p:cNvPr id="5" name="PlaceHolder 2"/>
          <p:cNvSpPr>
            <a:spLocks noGrp="1"/>
          </p:cNvSpPr>
          <p:nvPr>
            <p:ph type="title"/>
          </p:nvPr>
        </p:nvSpPr>
        <p:spPr>
          <a:xfrm>
            <a:off x="1778040" y="2654280"/>
            <a:ext cx="20827800" cy="4292280"/>
          </a:xfrm>
          <a:prstGeom prst="rect">
            <a:avLst/>
          </a:prstGeom>
        </p:spPr>
        <p:txBody>
          <a:bodyPr anchor="b"/>
          <a:lstStyle/>
          <a:p>
            <a:endParaRPr/>
          </a:p>
        </p:txBody>
      </p:sp>
      <p:sp>
        <p:nvSpPr>
          <p:cNvPr id="2" name="PlaceHolder 3"/>
          <p:cNvSpPr>
            <a:spLocks noGrp="1"/>
          </p:cNvSpPr>
          <p:nvPr>
            <p:ph type="body"/>
          </p:nvPr>
        </p:nvSpPr>
        <p:spPr>
          <a:xfrm>
            <a:off x="1778040" y="7074000"/>
            <a:ext cx="20827800" cy="1587240"/>
          </a:xfrm>
          <a:prstGeom prst="rect">
            <a:avLst/>
          </a:prstGeom>
        </p:spPr>
        <p:txBody>
          <a:bodyPr lIns="50760" tIns="50760" rIns="50760" bIns="50760"/>
          <a:lstStyle/>
          <a:p>
            <a:pPr>
              <a:buSzPct val="45000"/>
              <a:buFont typeface="StarSymbol"/>
              <a:buChar char=""/>
            </a:pPr>
            <a:r>
              <a:rPr lang="en-US" sz="5400">
                <a:latin typeface="Arial"/>
              </a:rPr>
              <a:t>Click to edit the outline text format</a:t>
            </a:r>
            <a:endParaRPr/>
          </a:p>
          <a:p>
            <a:pPr lvl="1">
              <a:buSzPct val="75000"/>
              <a:buFont typeface="StarSymbol"/>
              <a:buChar char=""/>
            </a:pPr>
            <a:r>
              <a:rPr lang="en-US" sz="5400">
                <a:latin typeface="Arial"/>
              </a:rPr>
              <a:t>Second Outline Level</a:t>
            </a:r>
            <a:endParaRPr/>
          </a:p>
          <a:p>
            <a:pPr lvl="2">
              <a:buSzPct val="45000"/>
              <a:buFont typeface="StarSymbol"/>
              <a:buChar char=""/>
            </a:pPr>
            <a:r>
              <a:rPr lang="en-US" sz="5400">
                <a:latin typeface="Arial"/>
              </a:rPr>
              <a:t>Third Outline Level</a:t>
            </a:r>
            <a:endParaRPr/>
          </a:p>
          <a:p>
            <a:pPr lvl="3">
              <a:buSzPct val="75000"/>
              <a:buFont typeface="StarSymbol"/>
              <a:buChar char=""/>
            </a:pPr>
            <a:r>
              <a:rPr lang="en-US" sz="5400">
                <a:latin typeface="Arial"/>
              </a:rPr>
              <a:t>Fourth Outline Level</a:t>
            </a:r>
            <a:endParaRPr/>
          </a:p>
          <a:p>
            <a:pPr lvl="4">
              <a:buSzPct val="45000"/>
              <a:buFont typeface="StarSymbol"/>
              <a:buChar char=""/>
            </a:pPr>
            <a:r>
              <a:rPr lang="en-US" sz="5400">
                <a:latin typeface="Arial"/>
              </a:rPr>
              <a:t>Fifth Outline Level</a:t>
            </a:r>
            <a:endParaRPr/>
          </a:p>
          <a:p>
            <a:pPr lvl="5">
              <a:buSzPct val="45000"/>
              <a:buFont typeface="StarSymbol"/>
              <a:buChar char=""/>
            </a:pPr>
            <a:r>
              <a:rPr lang="en-US" sz="5400">
                <a:latin typeface="Arial"/>
              </a:rPr>
              <a:t>Sixth Outline Level</a:t>
            </a:r>
            <a:endParaRPr/>
          </a:p>
          <a:p>
            <a:pPr lvl="6">
              <a:buSzPct val="45000"/>
              <a:buFont typeface="StarSymbol"/>
              <a:buChar char=""/>
            </a:pPr>
            <a:r>
              <a:rPr lang="en-US" sz="5400">
                <a:latin typeface="Arial"/>
              </a:rPr>
              <a:t>Seventh Outline Level</a:t>
            </a:r>
            <a:endParaRPr/>
          </a:p>
        </p:txBody>
      </p:sp>
      <p:sp>
        <p:nvSpPr>
          <p:cNvPr id="3" name="PlaceHolder 4"/>
          <p:cNvSpPr>
            <a:spLocks noGrp="1"/>
          </p:cNvSpPr>
          <p:nvPr>
            <p:ph type="sldNum"/>
          </p:nvPr>
        </p:nvSpPr>
        <p:spPr>
          <a:xfrm>
            <a:off x="11959200" y="13080960"/>
            <a:ext cx="452880" cy="460800"/>
          </a:xfrm>
          <a:prstGeom prst="rect">
            <a:avLst/>
          </a:prstGeom>
        </p:spPr>
        <p:txBody>
          <a:bodyPr lIns="50760" tIns="50760" rIns="50760" bIns="50760"/>
          <a:lstStyle/>
          <a:p>
            <a:pPr algn="ctr">
              <a:lnSpc>
                <a:spcPct val="100000"/>
              </a:lnSpc>
            </a:pPr>
            <a:fld id="{7773088C-7F0C-49C5-852A-E0230DB21D0B}" type="slidenum">
              <a:rPr lang="en-US" sz="2400" strike="noStrike">
                <a:solidFill>
                  <a:srgbClr val="000000"/>
                </a:solidFill>
                <a:latin typeface="Helvetica Neue Light"/>
                <a:ea typeface="Helvetica Neue Light"/>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6"/>
          <a:stretch>
            <a:fillRect/>
          </a:stretch>
        </a:blipFill>
        <a:effectLst/>
      </p:bgPr>
    </p:bg>
    <p:spTree>
      <p:nvGrpSpPr>
        <p:cNvPr id="1" name=""/>
        <p:cNvGrpSpPr/>
        <p:nvPr/>
      </p:nvGrpSpPr>
      <p:grpSpPr>
        <a:xfrm>
          <a:off x="0" y="0"/>
          <a:ext cx="0" cy="0"/>
          <a:chOff x="0" y="0"/>
          <a:chExt cx="0" cy="0"/>
        </a:xfrm>
      </p:grpSpPr>
      <p:sp>
        <p:nvSpPr>
          <p:cNvPr id="78" name="CustomShape 1"/>
          <p:cNvSpPr/>
          <p:nvPr/>
        </p:nvSpPr>
        <p:spPr>
          <a:xfrm>
            <a:off x="303480" y="401400"/>
            <a:ext cx="23858280" cy="1793880"/>
          </a:xfrm>
          <a:prstGeom prst="rect">
            <a:avLst/>
          </a:prstGeom>
          <a:noFill/>
          <a:ln>
            <a:noFill/>
          </a:ln>
        </p:spPr>
        <p:style>
          <a:lnRef idx="0">
            <a:scrgbClr r="0" g="0" b="0"/>
          </a:lnRef>
          <a:fillRef idx="0">
            <a:scrgbClr r="0" g="0" b="0"/>
          </a:fillRef>
          <a:effectRef idx="0">
            <a:scrgbClr r="0" g="0" b="0"/>
          </a:effectRef>
          <a:fontRef idx="minor"/>
        </p:style>
      </p:sp>
      <p:sp>
        <p:nvSpPr>
          <p:cNvPr id="79" name="PlaceHolder 2"/>
          <p:cNvSpPr>
            <a:spLocks noGrp="1"/>
          </p:cNvSpPr>
          <p:nvPr>
            <p:ph type="sldNum"/>
          </p:nvPr>
        </p:nvSpPr>
        <p:spPr>
          <a:xfrm>
            <a:off x="11959200" y="13080960"/>
            <a:ext cx="452880" cy="460800"/>
          </a:xfrm>
          <a:prstGeom prst="rect">
            <a:avLst/>
          </a:prstGeom>
        </p:spPr>
        <p:txBody>
          <a:bodyPr lIns="50760" tIns="50760" rIns="50760" bIns="50760"/>
          <a:lstStyle/>
          <a:p>
            <a:pPr algn="ctr">
              <a:lnSpc>
                <a:spcPct val="100000"/>
              </a:lnSpc>
            </a:pPr>
            <a:fld id="{24414C1A-184B-4D30-9211-C65F71C169AB}" type="slidenum">
              <a:rPr lang="en-US" sz="2400" strike="noStrike">
                <a:solidFill>
                  <a:srgbClr val="000000"/>
                </a:solidFill>
                <a:latin typeface="Helvetica Neue Light"/>
                <a:ea typeface="Helvetica Neue Light"/>
              </a:rPr>
              <a:t>‹#›</a:t>
            </a:fld>
            <a:endParaRPr/>
          </a:p>
        </p:txBody>
      </p:sp>
      <p:sp>
        <p:nvSpPr>
          <p:cNvPr id="80" name="PlaceHolder 3"/>
          <p:cNvSpPr>
            <a:spLocks noGrp="1"/>
          </p:cNvSpPr>
          <p:nvPr>
            <p:ph type="title"/>
          </p:nvPr>
        </p:nvSpPr>
        <p:spPr>
          <a:xfrm>
            <a:off x="1218960" y="547200"/>
            <a:ext cx="21944880" cy="2289960"/>
          </a:xfrm>
          <a:prstGeom prst="rect">
            <a:avLst/>
          </a:prstGeom>
        </p:spPr>
        <p:txBody>
          <a:bodyPr lIns="0" tIns="0" rIns="0" bIns="0" anchor="ctr"/>
          <a:lstStyle/>
          <a:p>
            <a:r>
              <a:rPr lang="en-US" sz="1400">
                <a:latin typeface="Arial"/>
              </a:rPr>
              <a:t>Click to edit the title text format</a:t>
            </a:r>
            <a:endParaRPr/>
          </a:p>
        </p:txBody>
      </p:sp>
      <p:sp>
        <p:nvSpPr>
          <p:cNvPr id="81" name="PlaceHolder 4"/>
          <p:cNvSpPr>
            <a:spLocks noGrp="1"/>
          </p:cNvSpPr>
          <p:nvPr>
            <p:ph type="body"/>
          </p:nvPr>
        </p:nvSpPr>
        <p:spPr>
          <a:xfrm>
            <a:off x="1218960" y="3209400"/>
            <a:ext cx="21944880" cy="7954920"/>
          </a:xfrm>
          <a:prstGeom prst="rect">
            <a:avLst/>
          </a:prstGeom>
        </p:spPr>
        <p:txBody>
          <a:bodyPr lIns="0" tIns="0" rIns="0" bIns="0"/>
          <a:lstStyle/>
          <a:p>
            <a:pPr>
              <a:buSzPct val="45000"/>
              <a:buFont typeface="StarSymbol"/>
              <a:buChar char=""/>
            </a:pPr>
            <a:r>
              <a:rPr lang="en-US" sz="1400">
                <a:latin typeface="Arial"/>
              </a:rPr>
              <a:t>Click to edit the outline text format</a:t>
            </a:r>
            <a:endParaRPr/>
          </a:p>
          <a:p>
            <a:pPr lvl="1">
              <a:buSzPct val="75000"/>
              <a:buFont typeface="StarSymbol"/>
              <a:buChar char=""/>
            </a:pPr>
            <a:r>
              <a:rPr lang="en-US" sz="1400">
                <a:latin typeface="Arial"/>
              </a:rPr>
              <a:t>Second Outline Level</a:t>
            </a:r>
            <a:endParaRPr/>
          </a:p>
          <a:p>
            <a:pPr lvl="2">
              <a:buSzPct val="45000"/>
              <a:buFont typeface="StarSymbol"/>
              <a:buChar char=""/>
            </a:pPr>
            <a:r>
              <a:rPr lang="en-US" sz="1400">
                <a:latin typeface="Arial"/>
              </a:rPr>
              <a:t>Third Outline Level</a:t>
            </a:r>
            <a:endParaRPr/>
          </a:p>
          <a:p>
            <a:pPr lvl="3">
              <a:buSzPct val="75000"/>
              <a:buFont typeface="StarSymbol"/>
              <a:buChar char=""/>
            </a:pPr>
            <a:r>
              <a:rPr lang="en-US" sz="1400">
                <a:latin typeface="Arial"/>
              </a:rPr>
              <a:t>Fourth Outline Level</a:t>
            </a:r>
            <a:endParaRPr/>
          </a:p>
          <a:p>
            <a:pPr lvl="4">
              <a:buSzPct val="45000"/>
              <a:buFont typeface="StarSymbol"/>
              <a:buChar char=""/>
            </a:pPr>
            <a:r>
              <a:rPr lang="en-US" sz="2000">
                <a:latin typeface="Arial"/>
              </a:rPr>
              <a:t>Fifth Outline Level</a:t>
            </a:r>
            <a:endParaRPr/>
          </a:p>
          <a:p>
            <a:pPr lvl="5">
              <a:buSzPct val="45000"/>
              <a:buFont typeface="StarSymbol"/>
              <a:buChar char=""/>
            </a:pPr>
            <a:r>
              <a:rPr lang="en-US" sz="2000">
                <a:latin typeface="Arial"/>
              </a:rPr>
              <a:t>Sixth Outline Level</a:t>
            </a:r>
            <a:endParaRPr/>
          </a:p>
          <a:p>
            <a:pPr lvl="6">
              <a:buSzPct val="45000"/>
              <a:buFont typeface="StarSymbol"/>
              <a:buChar char=""/>
            </a:pPr>
            <a:r>
              <a:rPr lang="en-US" sz="2000">
                <a:latin typeface="Arial"/>
              </a:rPr>
              <a:t>Seventh Outline Level</a:t>
            </a:r>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7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5.xml"/></Relationships>
</file>

<file path=ppt/slides/_rels/slide9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9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5.xml"/></Relationships>
</file>

<file path=ppt/slides/_rels/slide9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5.xml"/></Relationships>
</file>

<file path=ppt/slides/_rels/slide9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Google Shape;68;p15"/>
          <p:cNvPicPr/>
          <p:nvPr/>
        </p:nvPicPr>
        <p:blipFill>
          <a:blip r:embed="rId2"/>
          <a:stretch/>
        </p:blipFill>
        <p:spPr>
          <a:xfrm>
            <a:off x="17166960" y="1269000"/>
            <a:ext cx="6073560" cy="2235960"/>
          </a:xfrm>
          <a:prstGeom prst="rect">
            <a:avLst/>
          </a:prstGeom>
          <a:ln>
            <a:noFill/>
          </a:ln>
        </p:spPr>
      </p:pic>
      <p:sp>
        <p:nvSpPr>
          <p:cNvPr id="118" name="CustomShape 1"/>
          <p:cNvSpPr/>
          <p:nvPr/>
        </p:nvSpPr>
        <p:spPr>
          <a:xfrm>
            <a:off x="12051461" y="7059178"/>
            <a:ext cx="13797000" cy="1938600"/>
          </a:xfrm>
          <a:prstGeom prst="rect">
            <a:avLst/>
          </a:prstGeom>
          <a:noFill/>
          <a:ln>
            <a:noFill/>
          </a:ln>
        </p:spPr>
        <p:style>
          <a:lnRef idx="0">
            <a:scrgbClr r="0" g="0" b="0"/>
          </a:lnRef>
          <a:fillRef idx="0">
            <a:scrgbClr r="0" g="0" b="0"/>
          </a:fillRef>
          <a:effectRef idx="0">
            <a:scrgbClr r="0" g="0" b="0"/>
          </a:effectRef>
          <a:fontRef idx="minor"/>
        </p:style>
        <p:txBody>
          <a:bodyPr lIns="91440" tIns="45720" rIns="91440" bIns="45720" anchor="t"/>
          <a:lstStyle/>
          <a:p>
            <a:r>
              <a:rPr lang="en-US" sz="6000" strike="noStrike">
                <a:solidFill>
                  <a:srgbClr val="000000"/>
                </a:solidFill>
                <a:latin typeface="Arial"/>
                <a:ea typeface="Arial"/>
              </a:rPr>
              <a:t>Group</a:t>
            </a:r>
            <a:r>
              <a:rPr lang="en-US" sz="6000">
                <a:solidFill>
                  <a:srgbClr val="000000"/>
                </a:solidFill>
                <a:latin typeface="Arial"/>
                <a:ea typeface="Arial"/>
              </a:rPr>
              <a:t> 6 - BookBuddi</a:t>
            </a:r>
            <a:r>
              <a:rPr lang="en-US" sz="6000" strike="noStrike">
                <a:solidFill>
                  <a:srgbClr val="000000"/>
                </a:solidFill>
                <a:latin typeface="Arial"/>
                <a:ea typeface="Arial"/>
              </a:rPr>
              <a:t> </a:t>
            </a:r>
            <a:endParaRPr lang="en-US" sz="6000"/>
          </a:p>
        </p:txBody>
      </p:sp>
      <p:sp>
        <p:nvSpPr>
          <p:cNvPr id="119" name="CustomShape 2"/>
          <p:cNvSpPr/>
          <p:nvPr/>
        </p:nvSpPr>
        <p:spPr>
          <a:xfrm>
            <a:off x="12051461" y="6043618"/>
            <a:ext cx="7463940" cy="1015200"/>
          </a:xfrm>
          <a:prstGeom prst="rect">
            <a:avLst/>
          </a:prstGeom>
          <a:noFill/>
          <a:ln>
            <a:noFill/>
          </a:ln>
        </p:spPr>
        <p:style>
          <a:lnRef idx="0">
            <a:scrgbClr r="0" g="0" b="0"/>
          </a:lnRef>
          <a:fillRef idx="0">
            <a:scrgbClr r="0" g="0" b="0"/>
          </a:fillRef>
          <a:effectRef idx="0">
            <a:scrgbClr r="0" g="0" b="0"/>
          </a:effectRef>
          <a:fontRef idx="minor"/>
        </p:style>
        <p:txBody>
          <a:bodyPr/>
          <a:lstStyle/>
          <a:p>
            <a:pPr>
              <a:lnSpc>
                <a:spcPct val="100000"/>
              </a:lnSpc>
            </a:pPr>
            <a:r>
              <a:rPr lang="en-US" sz="6000" b="1" strike="noStrike">
                <a:solidFill>
                  <a:srgbClr val="000000"/>
                </a:solidFill>
                <a:latin typeface="Arial"/>
                <a:ea typeface="Arial"/>
              </a:rPr>
              <a:t>High-Level Design</a:t>
            </a:r>
            <a:endParaRPr/>
          </a:p>
        </p:txBody>
      </p:sp>
      <p:pic>
        <p:nvPicPr>
          <p:cNvPr id="3" name="Graphic 2">
            <a:extLst>
              <a:ext uri="{FF2B5EF4-FFF2-40B4-BE49-F238E27FC236}">
                <a16:creationId xmlns:a16="http://schemas.microsoft.com/office/drawing/2014/main" id="{58625E24-D8F3-A7CB-9561-6CC30E4372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12666" y="3083947"/>
            <a:ext cx="8397720" cy="7190456"/>
          </a:xfrm>
          <a:prstGeom prst="rect">
            <a:avLst/>
          </a:prstGeom>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A0C0BD4-90CF-4333-89AD-1344829B9EC7}"/>
              </a:ext>
            </a:extLst>
          </p:cNvPr>
          <p:cNvSpPr>
            <a:spLocks noGrp="1"/>
          </p:cNvSpPr>
          <p:nvPr>
            <p:ph type="body" sz="quarter" idx="13"/>
          </p:nvPr>
        </p:nvSpPr>
        <p:spPr/>
        <p:txBody>
          <a:bodyPr/>
          <a:lstStyle/>
          <a:p>
            <a:r>
              <a:rPr lang="en-PH"/>
              <a:t>Revision History</a:t>
            </a:r>
          </a:p>
        </p:txBody>
      </p:sp>
      <p:graphicFrame>
        <p:nvGraphicFramePr>
          <p:cNvPr id="7" name="Table 4">
            <a:extLst>
              <a:ext uri="{FF2B5EF4-FFF2-40B4-BE49-F238E27FC236}">
                <a16:creationId xmlns:a16="http://schemas.microsoft.com/office/drawing/2014/main" id="{23E76ECC-4536-4865-8AD7-1B0194E384F6}"/>
              </a:ext>
            </a:extLst>
          </p:cNvPr>
          <p:cNvGraphicFramePr>
            <a:graphicFrameLocks noGrp="1"/>
          </p:cNvGraphicFramePr>
          <p:nvPr>
            <p:extLst>
              <p:ext uri="{D42A27DB-BD31-4B8C-83A1-F6EECF244321}">
                <p14:modId xmlns:p14="http://schemas.microsoft.com/office/powerpoint/2010/main" val="3280294220"/>
              </p:ext>
            </p:extLst>
          </p:nvPr>
        </p:nvGraphicFramePr>
        <p:xfrm>
          <a:off x="820497" y="2200695"/>
          <a:ext cx="21600002" cy="10589572"/>
        </p:xfrm>
        <a:graphic>
          <a:graphicData uri="http://schemas.openxmlformats.org/drawingml/2006/table">
            <a:tbl>
              <a:tblPr firstRow="1" bandRow="1">
                <a:tableStyleId>{5C22544A-7EE6-4342-B048-85BDC9FD1C3A}</a:tableStyleId>
              </a:tblPr>
              <a:tblGrid>
                <a:gridCol w="1057958">
                  <a:extLst>
                    <a:ext uri="{9D8B030D-6E8A-4147-A177-3AD203B41FA5}">
                      <a16:colId xmlns:a16="http://schemas.microsoft.com/office/drawing/2014/main" val="4049870667"/>
                    </a:ext>
                  </a:extLst>
                </a:gridCol>
                <a:gridCol w="2962281">
                  <a:extLst>
                    <a:ext uri="{9D8B030D-6E8A-4147-A177-3AD203B41FA5}">
                      <a16:colId xmlns:a16="http://schemas.microsoft.com/office/drawing/2014/main" val="792037926"/>
                    </a:ext>
                  </a:extLst>
                </a:gridCol>
                <a:gridCol w="2115916">
                  <a:extLst>
                    <a:ext uri="{9D8B030D-6E8A-4147-A177-3AD203B41FA5}">
                      <a16:colId xmlns:a16="http://schemas.microsoft.com/office/drawing/2014/main" val="803738669"/>
                    </a:ext>
                  </a:extLst>
                </a:gridCol>
                <a:gridCol w="5307453">
                  <a:extLst>
                    <a:ext uri="{9D8B030D-6E8A-4147-A177-3AD203B41FA5}">
                      <a16:colId xmlns:a16="http://schemas.microsoft.com/office/drawing/2014/main" val="3604409105"/>
                    </a:ext>
                  </a:extLst>
                </a:gridCol>
                <a:gridCol w="2962281">
                  <a:extLst>
                    <a:ext uri="{9D8B030D-6E8A-4147-A177-3AD203B41FA5}">
                      <a16:colId xmlns:a16="http://schemas.microsoft.com/office/drawing/2014/main" val="2503777630"/>
                    </a:ext>
                  </a:extLst>
                </a:gridCol>
                <a:gridCol w="2115916">
                  <a:extLst>
                    <a:ext uri="{9D8B030D-6E8A-4147-A177-3AD203B41FA5}">
                      <a16:colId xmlns:a16="http://schemas.microsoft.com/office/drawing/2014/main" val="1711051755"/>
                    </a:ext>
                  </a:extLst>
                </a:gridCol>
                <a:gridCol w="2962281">
                  <a:extLst>
                    <a:ext uri="{9D8B030D-6E8A-4147-A177-3AD203B41FA5}">
                      <a16:colId xmlns:a16="http://schemas.microsoft.com/office/drawing/2014/main" val="1001773881"/>
                    </a:ext>
                  </a:extLst>
                </a:gridCol>
                <a:gridCol w="2115916">
                  <a:extLst>
                    <a:ext uri="{9D8B030D-6E8A-4147-A177-3AD203B41FA5}">
                      <a16:colId xmlns:a16="http://schemas.microsoft.com/office/drawing/2014/main" val="3858132434"/>
                    </a:ext>
                  </a:extLst>
                </a:gridCol>
              </a:tblGrid>
              <a:tr h="1051560">
                <a:tc>
                  <a:txBody>
                    <a:bodyPr/>
                    <a:lstStyle/>
                    <a:p>
                      <a:pPr algn="ctr"/>
                      <a:r>
                        <a:rPr lang="en-PH" sz="2000"/>
                        <a:t>Rev No.</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2000"/>
                        <a:t>MODIFIED BY</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2000"/>
                        <a:t>MODIFIED DATE</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2000"/>
                        <a:t>REMARKS</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2000"/>
                        <a:t>PRELIMINARY REVIEW &amp; APPROVAL</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2000"/>
                        <a:t>DATE REVIEWED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2000"/>
                        <a:t>FINAL REVIEW &amp; APPROVAL</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2000"/>
                        <a:t>DATE APPROVED</a:t>
                      </a:r>
                    </a:p>
                  </a:txBody>
                  <a:tcPr marL="137160" marR="137160" marT="68580" marB="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extLst>
                  <a:ext uri="{0D108BD9-81ED-4DB2-BD59-A6C34878D82A}">
                    <a16:rowId xmlns:a16="http://schemas.microsoft.com/office/drawing/2014/main" val="441978498"/>
                  </a:ext>
                </a:extLst>
              </a:tr>
              <a:tr h="867092">
                <a:tc>
                  <a:txBody>
                    <a:bodyPr/>
                    <a:lstStyle/>
                    <a:p>
                      <a:pPr algn="ctr"/>
                      <a:r>
                        <a:rPr lang="en-PH" sz="2000"/>
                        <a:t>1.0</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PH" sz="2000" b="0" i="0" u="none" strike="noStrike" noProof="0" err="1">
                          <a:solidFill>
                            <a:srgbClr val="000000"/>
                          </a:solidFill>
                          <a:latin typeface="Tahoma"/>
                        </a:rPr>
                        <a:t>Denampo</a:t>
                      </a:r>
                      <a:r>
                        <a:rPr lang="en-PH" sz="2000" b="0" i="0" u="none" strike="noStrike" noProof="0">
                          <a:solidFill>
                            <a:srgbClr val="000000"/>
                          </a:solidFill>
                          <a:latin typeface="Tahoma"/>
                        </a:rPr>
                        <a:t>, </a:t>
                      </a:r>
                      <a:r>
                        <a:rPr lang="en-PH" sz="2000" b="0" i="0" u="none" strike="noStrike" noProof="0" err="1">
                          <a:solidFill>
                            <a:srgbClr val="000000"/>
                          </a:solidFill>
                          <a:latin typeface="Tahoma"/>
                        </a:rPr>
                        <a:t>Elwison</a:t>
                      </a:r>
                      <a:endParaRPr lang="en-US" sz="2000" err="1"/>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2000"/>
                        <a:t>2025/08/23</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solidFill>
                            <a:srgbClr val="000000"/>
                          </a:solidFill>
                          <a:latin typeface="Tahoma"/>
                        </a:rPr>
                        <a:t>Initial Creation</a:t>
                      </a:r>
                      <a:endParaRPr lang="en-US"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2000"/>
                        <a:t>Last Name, First Name</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PH" sz="2000" err="1"/>
                        <a:t>yyyy</a:t>
                      </a:r>
                      <a:r>
                        <a:rPr lang="en-PH" sz="2000"/>
                        <a:t>/mm/dd</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2000"/>
                        <a:t>Last Name, First Name</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PH" sz="2000" err="1"/>
                        <a:t>yyyy</a:t>
                      </a:r>
                      <a:r>
                        <a:rPr lang="en-PH" sz="2000"/>
                        <a:t>/mm/dd</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33031609"/>
                  </a:ext>
                </a:extLst>
              </a:tr>
              <a:tr h="867092">
                <a:tc>
                  <a:txBody>
                    <a:bodyPr/>
                    <a:lstStyle/>
                    <a:p>
                      <a:pPr algn="ctr"/>
                      <a:r>
                        <a:rPr lang="en-PH" sz="2000"/>
                        <a:t>1.1</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PH" sz="2000" b="0" i="0" u="none" strike="noStrike" noProof="0" err="1">
                          <a:solidFill>
                            <a:srgbClr val="000000"/>
                          </a:solidFill>
                          <a:latin typeface="Tahoma"/>
                        </a:rPr>
                        <a:t>Denampo</a:t>
                      </a:r>
                      <a:r>
                        <a:rPr lang="en-PH" sz="2000" b="0" i="0" u="none" strike="noStrike" noProof="0">
                          <a:solidFill>
                            <a:srgbClr val="000000"/>
                          </a:solidFill>
                          <a:latin typeface="Tahoma"/>
                        </a:rPr>
                        <a:t>, </a:t>
                      </a:r>
                      <a:r>
                        <a:rPr lang="en-PH" sz="2000" b="0" i="0" u="none" strike="noStrike" noProof="0" err="1">
                          <a:solidFill>
                            <a:srgbClr val="000000"/>
                          </a:solidFill>
                          <a:latin typeface="Tahoma"/>
                        </a:rPr>
                        <a:t>Elwison</a:t>
                      </a:r>
                      <a:endParaRPr lang="en-US" err="1"/>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a:t>2025/11/12</a:t>
                      </a:r>
                      <a:endParaRPr lang="en-PH" sz="2000" b="0" i="0" u="none" strike="noStrike" noProof="0">
                        <a:solidFill>
                          <a:srgbClr val="000000"/>
                        </a:solidFill>
                        <a:latin typeface="Tahoma"/>
                      </a:endParaRP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t>Addition of the Missing Cover, Revision History, Function List</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solidFill>
                            <a:srgbClr val="000000"/>
                          </a:solidFill>
                          <a:latin typeface="Arial"/>
                        </a:rPr>
                        <a:t>Last Name, First Name</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err="1">
                          <a:solidFill>
                            <a:srgbClr val="000000"/>
                          </a:solidFill>
                          <a:latin typeface="Arial"/>
                        </a:rPr>
                        <a:t>yyyy</a:t>
                      </a:r>
                      <a:r>
                        <a:rPr lang="en-PH" sz="2000" b="0" i="0" u="none" strike="noStrike" noProof="0">
                          <a:solidFill>
                            <a:srgbClr val="000000"/>
                          </a:solidFill>
                          <a:latin typeface="Arial"/>
                        </a:rPr>
                        <a:t>/mm/dd</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solidFill>
                            <a:srgbClr val="000000"/>
                          </a:solidFill>
                          <a:latin typeface="Arial"/>
                        </a:rPr>
                        <a:t>Last Name, First Name</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err="1">
                          <a:solidFill>
                            <a:srgbClr val="000000"/>
                          </a:solidFill>
                          <a:latin typeface="Arial"/>
                        </a:rPr>
                        <a:t>yyyy</a:t>
                      </a:r>
                      <a:r>
                        <a:rPr lang="en-PH" sz="2000" b="0" i="0" u="none" strike="noStrike" noProof="0">
                          <a:solidFill>
                            <a:srgbClr val="000000"/>
                          </a:solidFill>
                          <a:latin typeface="Arial"/>
                        </a:rPr>
                        <a:t>/mm/dd</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2286281"/>
                  </a:ext>
                </a:extLst>
              </a:tr>
              <a:tr h="867092">
                <a:tc>
                  <a:txBody>
                    <a:bodyPr/>
                    <a:lstStyle/>
                    <a:p>
                      <a:pPr algn="ctr"/>
                      <a:r>
                        <a:rPr lang="en-PH" sz="2000"/>
                        <a:t>1.2</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PH" sz="2000" b="0" i="0" u="none" strike="noStrike" noProof="0" err="1">
                          <a:solidFill>
                            <a:srgbClr val="000000"/>
                          </a:solidFill>
                        </a:rPr>
                        <a:t>Denampo</a:t>
                      </a:r>
                      <a:r>
                        <a:rPr lang="en-PH" sz="2000" b="0" i="0" u="none" strike="noStrike" noProof="0">
                          <a:solidFill>
                            <a:srgbClr val="000000"/>
                          </a:solidFill>
                        </a:rPr>
                        <a:t>, </a:t>
                      </a:r>
                      <a:r>
                        <a:rPr lang="en-PH" sz="2000" b="0" i="0" u="none" strike="noStrike" noProof="0" err="1">
                          <a:solidFill>
                            <a:srgbClr val="000000"/>
                          </a:solidFill>
                        </a:rPr>
                        <a:t>Elwison</a:t>
                      </a:r>
                    </a:p>
                    <a:p>
                      <a:pPr lvl="0" algn="l">
                        <a:buNone/>
                      </a:pPr>
                      <a:r>
                        <a:rPr lang="en-US" sz="2000" b="0" i="0" u="none" strike="noStrike" noProof="0">
                          <a:solidFill>
                            <a:srgbClr val="000000"/>
                          </a:solidFill>
                        </a:rPr>
                        <a:t>Rivera, Marc Gerard</a:t>
                      </a:r>
                      <a:endParaRPr lang="en-PH" sz="2000" b="0" i="0" u="none" strike="noStrike" noProof="0">
                        <a:solidFill>
                          <a:srgbClr val="000000"/>
                        </a:solidFill>
                      </a:endParaRP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latin typeface="Arial"/>
                        </a:rPr>
                        <a:t>2025/11/13</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t>Revision of Jumpstart </a:t>
                      </a:r>
                      <a:r>
                        <a:rPr lang="en-PH" sz="2000" b="0" i="0" u="none" strike="noStrike" noProof="0" err="1"/>
                        <a:t>Progam</a:t>
                      </a:r>
                      <a:r>
                        <a:rPr lang="en-PH" sz="2000" b="0" i="0" u="none" strike="noStrike" noProof="0"/>
                        <a:t> Schedule</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solidFill>
                            <a:srgbClr val="000000"/>
                          </a:solidFill>
                          <a:latin typeface="Arial"/>
                        </a:rPr>
                        <a:t>Last Name, First Name</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err="1">
                          <a:solidFill>
                            <a:srgbClr val="000000"/>
                          </a:solidFill>
                          <a:latin typeface="Arial"/>
                        </a:rPr>
                        <a:t>yyyy</a:t>
                      </a:r>
                      <a:r>
                        <a:rPr lang="en-PH" sz="2000" b="0" i="0" u="none" strike="noStrike" noProof="0">
                          <a:solidFill>
                            <a:srgbClr val="000000"/>
                          </a:solidFill>
                          <a:latin typeface="Arial"/>
                        </a:rPr>
                        <a:t>/mm/dd</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solidFill>
                            <a:srgbClr val="000000"/>
                          </a:solidFill>
                          <a:latin typeface="Arial"/>
                        </a:rPr>
                        <a:t>Last Name, First Name</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err="1">
                          <a:solidFill>
                            <a:srgbClr val="000000"/>
                          </a:solidFill>
                          <a:latin typeface="Arial"/>
                        </a:rPr>
                        <a:t>yyyy</a:t>
                      </a:r>
                      <a:r>
                        <a:rPr lang="en-PH" sz="2000" b="0" i="0" u="none" strike="noStrike" noProof="0">
                          <a:solidFill>
                            <a:srgbClr val="000000"/>
                          </a:solidFill>
                          <a:latin typeface="Arial"/>
                        </a:rPr>
                        <a:t>/mm/dd</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8902984"/>
                  </a:ext>
                </a:extLst>
              </a:tr>
              <a:tr h="867092">
                <a:tc>
                  <a:txBody>
                    <a:bodyPr/>
                    <a:lstStyle/>
                    <a:p>
                      <a:pPr algn="ctr"/>
                      <a:r>
                        <a:rPr lang="en-PH" sz="2000"/>
                        <a:t>1.3</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PH" sz="2000" b="0" i="0" u="none" strike="noStrike" noProof="0" err="1">
                          <a:latin typeface="Arial"/>
                        </a:rPr>
                        <a:t>Denampo</a:t>
                      </a:r>
                      <a:r>
                        <a:rPr lang="en-PH" sz="2000" b="0" i="0" u="none" strike="noStrike" noProof="0">
                          <a:latin typeface="Arial"/>
                        </a:rPr>
                        <a:t>, </a:t>
                      </a:r>
                      <a:r>
                        <a:rPr lang="en-PH" sz="2000" b="0" i="0" u="none" strike="noStrike" noProof="0" err="1">
                          <a:latin typeface="Arial"/>
                        </a:rPr>
                        <a:t>Elwison</a:t>
                      </a:r>
                      <a:endParaRPr lang="en-US" err="1"/>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2000"/>
                        <a:t>2025/11/15</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latin typeface="Arial"/>
                        </a:rPr>
                        <a:t>Revision of Function List (Added entries)</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solidFill>
                            <a:srgbClr val="000000"/>
                          </a:solidFill>
                          <a:latin typeface="Arial"/>
                        </a:rPr>
                        <a:t>Last Name, First Name</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err="1">
                          <a:solidFill>
                            <a:srgbClr val="000000"/>
                          </a:solidFill>
                          <a:latin typeface="Arial"/>
                        </a:rPr>
                        <a:t>yyyy</a:t>
                      </a:r>
                      <a:r>
                        <a:rPr lang="en-PH" sz="2000" b="0" i="0" u="none" strike="noStrike" noProof="0">
                          <a:solidFill>
                            <a:srgbClr val="000000"/>
                          </a:solidFill>
                          <a:latin typeface="Arial"/>
                        </a:rPr>
                        <a:t>/mm/dd</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solidFill>
                            <a:srgbClr val="000000"/>
                          </a:solidFill>
                          <a:latin typeface="Arial"/>
                        </a:rPr>
                        <a:t>Last Name, First Name</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err="1">
                          <a:solidFill>
                            <a:srgbClr val="000000"/>
                          </a:solidFill>
                          <a:latin typeface="Arial"/>
                        </a:rPr>
                        <a:t>yyyy</a:t>
                      </a:r>
                      <a:r>
                        <a:rPr lang="en-PH" sz="2000" b="0" i="0" u="none" strike="noStrike" noProof="0">
                          <a:solidFill>
                            <a:srgbClr val="000000"/>
                          </a:solidFill>
                          <a:latin typeface="Arial"/>
                        </a:rPr>
                        <a:t>/mm/dd</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916987"/>
                  </a:ext>
                </a:extLst>
              </a:tr>
              <a:tr h="867092">
                <a:tc>
                  <a:txBody>
                    <a:bodyPr/>
                    <a:lstStyle/>
                    <a:p>
                      <a:pPr algn="ctr"/>
                      <a:r>
                        <a:rPr lang="en-PH" sz="2000"/>
                        <a:t>1.4</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PH" sz="2000" b="0" i="0" u="none" strike="noStrike" noProof="0" err="1">
                          <a:latin typeface="Arial"/>
                        </a:rPr>
                        <a:t>Denampo</a:t>
                      </a:r>
                      <a:r>
                        <a:rPr lang="en-PH" sz="2000" b="0" i="0" u="none" strike="noStrike" noProof="0">
                          <a:latin typeface="Arial"/>
                        </a:rPr>
                        <a:t>, </a:t>
                      </a:r>
                      <a:r>
                        <a:rPr lang="en-PH" sz="2000" b="0" i="0" u="none" strike="noStrike" noProof="0" err="1">
                          <a:latin typeface="Arial"/>
                        </a:rPr>
                        <a:t>Elwison</a:t>
                      </a:r>
                      <a:endParaRPr lang="en-US" err="1"/>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2000"/>
                        <a:t>2025/11/17</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latin typeface="Arial"/>
                        </a:rPr>
                        <a:t>Revision of Jumpstart </a:t>
                      </a:r>
                      <a:r>
                        <a:rPr lang="en-PH" sz="2000" b="0" i="0" u="none" strike="noStrike" noProof="0" err="1">
                          <a:latin typeface="Arial"/>
                        </a:rPr>
                        <a:t>Progam</a:t>
                      </a:r>
                      <a:r>
                        <a:rPr lang="en-PH" sz="2000" b="0" i="0" u="none" strike="noStrike" noProof="0">
                          <a:latin typeface="Arial"/>
                        </a:rPr>
                        <a:t> Schedule, and Function List</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solidFill>
                            <a:srgbClr val="000000"/>
                          </a:solidFill>
                          <a:latin typeface="Arial"/>
                        </a:rPr>
                        <a:t>Last Name, First Name</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err="1">
                          <a:solidFill>
                            <a:srgbClr val="000000"/>
                          </a:solidFill>
                          <a:latin typeface="Arial"/>
                        </a:rPr>
                        <a:t>yyyy</a:t>
                      </a:r>
                      <a:r>
                        <a:rPr lang="en-PH" sz="2000" b="0" i="0" u="none" strike="noStrike" noProof="0">
                          <a:solidFill>
                            <a:srgbClr val="000000"/>
                          </a:solidFill>
                          <a:latin typeface="Arial"/>
                        </a:rPr>
                        <a:t>/mm/dd</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a:solidFill>
                            <a:srgbClr val="000000"/>
                          </a:solidFill>
                          <a:latin typeface="Arial"/>
                        </a:rPr>
                        <a:t>Last Name, First Name</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2000" b="0" i="0" u="none" strike="noStrike" noProof="0" err="1">
                          <a:solidFill>
                            <a:srgbClr val="000000"/>
                          </a:solidFill>
                          <a:latin typeface="Arial"/>
                        </a:rPr>
                        <a:t>yyyy</a:t>
                      </a:r>
                      <a:r>
                        <a:rPr lang="en-PH" sz="2000" b="0" i="0" u="none" strike="noStrike" noProof="0">
                          <a:solidFill>
                            <a:srgbClr val="000000"/>
                          </a:solidFill>
                          <a:latin typeface="Arial"/>
                        </a:rPr>
                        <a:t>/mm/dd</a:t>
                      </a:r>
                      <a:endParaRPr lang="en-US"/>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7962721"/>
                  </a:ext>
                </a:extLst>
              </a:tr>
              <a:tr h="867092">
                <a:tc>
                  <a:txBody>
                    <a:bodyPr/>
                    <a:lstStyle/>
                    <a:p>
                      <a:pPr algn="ctr"/>
                      <a:r>
                        <a:rPr lang="en-PH" sz="2000"/>
                        <a:t>1.5</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PH" sz="2000" err="1"/>
                        <a:t>Denampo</a:t>
                      </a:r>
                      <a:r>
                        <a:rPr lang="en-PH" sz="2000"/>
                        <a:t>, </a:t>
                      </a:r>
                      <a:r>
                        <a:rPr lang="en-PH" sz="2000" err="1"/>
                        <a:t>Elwison</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2000"/>
                        <a:t>2025/11/18</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2000"/>
                        <a:t>Addition of Webapp Screenshots and Page Logic</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2000"/>
                        <a:t>Last Name, First Name</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2000" err="1"/>
                        <a:t>yyyy</a:t>
                      </a:r>
                      <a:r>
                        <a:rPr lang="en-PH" sz="2000"/>
                        <a:t>/mm/dd</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2000"/>
                        <a:t>Last Name, First Name</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2000" err="1"/>
                        <a:t>yyyy</a:t>
                      </a:r>
                      <a:r>
                        <a:rPr lang="en-PH" sz="2000"/>
                        <a:t>/mm/dd</a:t>
                      </a:r>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9259285"/>
                  </a:ext>
                </a:extLst>
              </a:tr>
              <a:tr h="867092">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6769191"/>
                  </a:ext>
                </a:extLst>
              </a:tr>
              <a:tr h="867092">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4672216"/>
                  </a:ext>
                </a:extLst>
              </a:tr>
              <a:tr h="867092">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9002155"/>
                  </a:ext>
                </a:extLst>
              </a:tr>
              <a:tr h="867092">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8483403"/>
                  </a:ext>
                </a:extLst>
              </a:tr>
              <a:tr h="867092">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2000"/>
                    </a:p>
                  </a:txBody>
                  <a:tcPr marL="137160" marR="137160" marT="68580" marB="6858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8792341"/>
                  </a:ext>
                </a:extLst>
              </a:tr>
            </a:tbl>
          </a:graphicData>
        </a:graphic>
      </p:graphicFrame>
    </p:spTree>
    <p:extLst>
      <p:ext uri="{BB962C8B-B14F-4D97-AF65-F5344CB8AC3E}">
        <p14:creationId xmlns:p14="http://schemas.microsoft.com/office/powerpoint/2010/main" val="3524111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77;p16" descr="Picture 1">
            <a:extLst>
              <a:ext uri="{FF2B5EF4-FFF2-40B4-BE49-F238E27FC236}">
                <a16:creationId xmlns:a16="http://schemas.microsoft.com/office/drawing/2014/main" id="{73CA40E3-93E8-48E1-A49D-F8723D9200FB}"/>
              </a:ext>
            </a:extLst>
          </p:cNvPr>
          <p:cNvPicPr preferRelativeResize="0"/>
          <p:nvPr/>
        </p:nvPicPr>
        <p:blipFill rotWithShape="1">
          <a:blip r:embed="rId2">
            <a:alphaModFix/>
          </a:blip>
          <a:srcRect/>
          <a:stretch/>
        </p:blipFill>
        <p:spPr>
          <a:xfrm>
            <a:off x="0" y="1599412"/>
            <a:ext cx="7086600" cy="219468"/>
          </a:xfrm>
          <a:prstGeom prst="rect">
            <a:avLst/>
          </a:prstGeom>
          <a:noFill/>
          <a:ln>
            <a:noFill/>
          </a:ln>
        </p:spPr>
      </p:pic>
      <p:sp>
        <p:nvSpPr>
          <p:cNvPr id="10" name="Google Shape;78;p16">
            <a:extLst>
              <a:ext uri="{FF2B5EF4-FFF2-40B4-BE49-F238E27FC236}">
                <a16:creationId xmlns:a16="http://schemas.microsoft.com/office/drawing/2014/main" id="{7F8E0412-53AF-4250-A363-282FCDDA0658}"/>
              </a:ext>
            </a:extLst>
          </p:cNvPr>
          <p:cNvSpPr txBox="1"/>
          <p:nvPr/>
        </p:nvSpPr>
        <p:spPr>
          <a:xfrm>
            <a:off x="533400" y="-1"/>
            <a:ext cx="8693728" cy="1818882"/>
          </a:xfrm>
          <a:prstGeom prst="rect">
            <a:avLst/>
          </a:prstGeom>
          <a:noFill/>
          <a:ln>
            <a:noFill/>
          </a:ln>
        </p:spPr>
        <p:txBody>
          <a:bodyPr spcFirstLastPara="1" wrap="square" lIns="101600" tIns="101600" rIns="101600" bIns="101600" anchor="ctr" anchorCtr="0">
            <a:noAutofit/>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buClr>
                <a:srgbClr val="FF0000"/>
              </a:buClr>
              <a:buSzPts val="9000"/>
            </a:pPr>
            <a:r>
              <a:rPr lang="en-US" sz="8000">
                <a:solidFill>
                  <a:srgbClr val="FF0000"/>
                </a:solidFill>
                <a:latin typeface="Impact"/>
                <a:ea typeface="Impact"/>
                <a:cs typeface="Impact"/>
                <a:sym typeface="Impact"/>
              </a:rPr>
              <a:t>Overview</a:t>
            </a:r>
            <a:endParaRPr lang="en-US" sz="8000"/>
          </a:p>
        </p:txBody>
      </p:sp>
      <p:sp>
        <p:nvSpPr>
          <p:cNvPr id="5" name="Date Placeholder 4">
            <a:extLst>
              <a:ext uri="{FF2B5EF4-FFF2-40B4-BE49-F238E27FC236}">
                <a16:creationId xmlns:a16="http://schemas.microsoft.com/office/drawing/2014/main" id="{82CC85B8-329F-44B7-AE40-940396F84099}"/>
              </a:ext>
            </a:extLst>
          </p:cNvPr>
          <p:cNvSpPr>
            <a:spLocks noGrp="1"/>
          </p:cNvSpPr>
          <p:nvPr>
            <p:ph type="dt" sz="half" idx="10"/>
          </p:nvPr>
        </p:nvSpPr>
        <p:spPr/>
        <p:txBody>
          <a:bodyPr/>
          <a:lst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a:lstStyle>
          <a:p>
            <a:fld id="{69A59419-6D8D-4EEA-A418-73DADB94E8F3}" type="datetime1">
              <a:rPr lang="en-PH" smtClean="0"/>
              <a:t>11/17/2025</a:t>
            </a:fld>
            <a:endParaRPr lang="en-PH"/>
          </a:p>
        </p:txBody>
      </p:sp>
      <p:sp>
        <p:nvSpPr>
          <p:cNvPr id="3" name="Footer Placeholder 2" hidden="1">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a:lstStyle>
          <a:p>
            <a:r>
              <a:rPr lang="en-US"/>
              <a:t>Alliance Software Inc. 2019  (Confidential)</a:t>
            </a:r>
            <a:endParaRPr lang="en-PH"/>
          </a:p>
        </p:txBody>
      </p:sp>
      <p:sp>
        <p:nvSpPr>
          <p:cNvPr id="7" name="Slide Number Placeholder 6" hidden="1">
            <a:extLst>
              <a:ext uri="{FF2B5EF4-FFF2-40B4-BE49-F238E27FC236}">
                <a16:creationId xmlns:a16="http://schemas.microsoft.com/office/drawing/2014/main" id="{37E6172F-FC8E-4651-BDD0-6F8710B55690}"/>
              </a:ext>
            </a:extLst>
          </p:cNvPr>
          <p:cNvSpPr>
            <a:spLocks noGrp="1"/>
          </p:cNvSpPr>
          <p:nvPr>
            <p:ph type="sldNum" sz="quarter" idx="12"/>
          </p:nvPr>
        </p:nvSpPr>
        <p:spPr/>
        <p:txBody>
          <a:bodyPr/>
          <a:lst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a:lstStyle>
          <a:p>
            <a:fld id="{62B13910-3416-45C6-AE3F-38659B3B2833}" type="slidenum">
              <a:rPr lang="en-PH" smtClean="0"/>
              <a:t>3</a:t>
            </a:fld>
            <a:endParaRPr lang="en-PH"/>
          </a:p>
        </p:txBody>
      </p:sp>
      <p:graphicFrame>
        <p:nvGraphicFramePr>
          <p:cNvPr id="6" name="Content Placeholder 5">
            <a:extLst>
              <a:ext uri="{FF2B5EF4-FFF2-40B4-BE49-F238E27FC236}">
                <a16:creationId xmlns:a16="http://schemas.microsoft.com/office/drawing/2014/main" id="{E4C241CE-B727-42F8-B805-5DD5E8E3FD0D}"/>
              </a:ext>
            </a:extLst>
          </p:cNvPr>
          <p:cNvGraphicFramePr>
            <a:graphicFrameLocks/>
          </p:cNvGraphicFramePr>
          <p:nvPr>
            <p:extLst>
              <p:ext uri="{D42A27DB-BD31-4B8C-83A1-F6EECF244321}">
                <p14:modId xmlns:p14="http://schemas.microsoft.com/office/powerpoint/2010/main" val="904307938"/>
              </p:ext>
            </p:extLst>
          </p:nvPr>
        </p:nvGraphicFramePr>
        <p:xfrm>
          <a:off x="2094801" y="1965154"/>
          <a:ext cx="19113414" cy="11248714"/>
        </p:xfrm>
        <a:graphic>
          <a:graphicData uri="http://schemas.openxmlformats.org/drawingml/2006/table">
            <a:tbl>
              <a:tblPr firstRow="1" bandRow="1">
                <a:tableStyleId>{21E4AEA4-8DFA-4A89-87EB-49C32662AFE0}</a:tableStyleId>
              </a:tblPr>
              <a:tblGrid>
                <a:gridCol w="4583223">
                  <a:extLst>
                    <a:ext uri="{9D8B030D-6E8A-4147-A177-3AD203B41FA5}">
                      <a16:colId xmlns:a16="http://schemas.microsoft.com/office/drawing/2014/main" val="600934109"/>
                    </a:ext>
                  </a:extLst>
                </a:gridCol>
                <a:gridCol w="14530191">
                  <a:extLst>
                    <a:ext uri="{9D8B030D-6E8A-4147-A177-3AD203B41FA5}">
                      <a16:colId xmlns:a16="http://schemas.microsoft.com/office/drawing/2014/main" val="3347398"/>
                    </a:ext>
                  </a:extLst>
                </a:gridCol>
              </a:tblGrid>
              <a:tr h="173321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800" b="1" u="none" strike="noStrike" cap="none" normalizeH="0" baseline="0">
                          <a:ln>
                            <a:noFill/>
                          </a:ln>
                          <a:effectLst/>
                          <a:latin typeface="+mn-lt"/>
                          <a:cs typeface="Segoe UI"/>
                        </a:rPr>
                        <a:t>OVERVIEW</a:t>
                      </a:r>
                      <a:endParaRPr kumimoji="0" lang="en-US" altLang="en-US" sz="1800" b="1" i="0" u="none" strike="noStrike" cap="none" normalizeH="0" baseline="0">
                        <a:ln>
                          <a:noFill/>
                        </a:ln>
                        <a:solidFill>
                          <a:srgbClr val="000000"/>
                        </a:solidFill>
                        <a:effectLst/>
                        <a:latin typeface="+mn-lt"/>
                        <a:ea typeface="SimSun"/>
                        <a:cs typeface="Segoe UI"/>
                      </a:endParaRP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a:lnSpc>
                          <a:spcPct val="100000"/>
                        </a:lnSpc>
                        <a:spcBef>
                          <a:spcPct val="0"/>
                        </a:spcBef>
                        <a:spcAft>
                          <a:spcPct val="0"/>
                        </a:spcAft>
                        <a:buNone/>
                      </a:pPr>
                      <a:r>
                        <a:rPr lang="en-US" sz="1800" b="0" i="0" u="none" strike="noStrike" cap="none" normalizeH="0" baseline="0" noProof="0">
                          <a:ln>
                            <a:noFill/>
                          </a:ln>
                          <a:solidFill>
                            <a:srgbClr val="000000"/>
                          </a:solidFill>
                          <a:effectLst/>
                        </a:rPr>
                        <a:t>This web-based Library Management and Book Catalogue System allows users to browse a detailed book catalogue, borrow and return books, and request new titles. Administrators can securely manage the catalogue through an Admin Panel with tools for adding, editing, and deleting books. The system also includes a Reporting Module for tracking borrowing activity, inventory, members, and book requests. Additionally, users receive personalized notifications for updates such as request statuses, due dates, and overdue reminders.</a:t>
                      </a:r>
                      <a:endParaRPr kumimoji="0" lang="en-US" sz="1800"/>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14551889"/>
                  </a:ext>
                </a:extLst>
              </a:tr>
              <a:tr h="558479">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800" b="1" i="0" u="none" strike="noStrike" cap="none" normalizeH="0" baseline="0">
                          <a:ln>
                            <a:noFill/>
                          </a:ln>
                          <a:solidFill>
                            <a:srgbClr val="000000"/>
                          </a:solidFill>
                          <a:effectLst/>
                          <a:latin typeface="+mn-lt"/>
                          <a:ea typeface="SimSun"/>
                          <a:cs typeface="Segoe UI"/>
                        </a:rPr>
                        <a:t>EXPECTED USERS</a:t>
                      </a:r>
                      <a:endParaRPr kumimoji="0" lang="en-US" sz="1800"/>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800" b="0" i="0" u="none" strike="noStrike" cap="none" normalizeH="0" baseline="0">
                          <a:ln>
                            <a:noFill/>
                          </a:ln>
                          <a:solidFill>
                            <a:srgbClr val="000000"/>
                          </a:solidFill>
                          <a:effectLst/>
                          <a:latin typeface="+mn-lt"/>
                          <a:ea typeface="ＭＳ Ｐゴシック"/>
                          <a:cs typeface="Segoe UI"/>
                        </a:rPr>
                        <a:t>Users, Admin</a:t>
                      </a:r>
                      <a:endParaRPr kumimoji="0" lang="en-US" altLang="en-US" sz="1800" b="0" i="0" u="none" strike="noStrike" cap="none" normalizeH="0" baseline="0">
                        <a:ln>
                          <a:noFill/>
                        </a:ln>
                        <a:solidFill>
                          <a:srgbClr val="000000"/>
                        </a:solidFill>
                        <a:effectLst/>
                        <a:latin typeface="+mn-lt"/>
                        <a:ea typeface="ＭＳ Ｐゴシック"/>
                        <a:cs typeface="Segoe UI"/>
                      </a:endParaRP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8051983"/>
                  </a:ext>
                </a:extLst>
              </a:tr>
              <a:tr h="558479">
                <a:tc>
                  <a:txBody>
                    <a:bodyPr/>
                    <a:lstStyle/>
                    <a:p>
                      <a:pPr marL="0" marR="0" lvl="0" indent="0" algn="l" rtl="0">
                        <a:lnSpc>
                          <a:spcPct val="62000"/>
                        </a:lnSpc>
                        <a:spcBef>
                          <a:spcPct val="0"/>
                        </a:spcBef>
                        <a:spcAft>
                          <a:spcPct val="0"/>
                        </a:spcAft>
                        <a:buClrTx/>
                        <a:buFontTx/>
                        <a:buNone/>
                      </a:pPr>
                      <a:r>
                        <a:rPr lang="en-US" altLang="en-US" sz="1800" b="1" i="0" u="none" strike="noStrike" cap="none" normalizeH="0" baseline="0">
                          <a:ln>
                            <a:noFill/>
                          </a:ln>
                          <a:solidFill>
                            <a:srgbClr val="000000"/>
                          </a:solidFill>
                          <a:effectLst/>
                          <a:latin typeface="+mn-lt"/>
                          <a:ea typeface="SimSun"/>
                          <a:cs typeface="Segoe UI"/>
                        </a:rPr>
                        <a:t>TECHNOLOGIES USED</a:t>
                      </a:r>
                      <a:endParaRPr kumimoji="0" lang="en-US" altLang="en-US" sz="1800" b="1" i="0" u="none" strike="noStrike" cap="none" normalizeH="0" baseline="0">
                        <a:ln>
                          <a:noFill/>
                        </a:ln>
                        <a:solidFill>
                          <a:srgbClr val="000000"/>
                        </a:solidFill>
                        <a:effectLst/>
                        <a:latin typeface="+mn-lt"/>
                        <a:ea typeface="SimSun"/>
                        <a:cs typeface="Segoe UI"/>
                      </a:endParaRP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endParaRPr kumimoji="0" lang="en-US" altLang="en-US" sz="1800" b="0" i="0" u="none" strike="noStrike" cap="none" normalizeH="0" baseline="0">
                        <a:ln>
                          <a:noFill/>
                        </a:ln>
                        <a:solidFill>
                          <a:srgbClr val="000000"/>
                        </a:solidFill>
                        <a:effectLst/>
                        <a:latin typeface="+mn-lt"/>
                        <a:ea typeface="ＭＳ Ｐゴシック"/>
                        <a:cs typeface="Segoe UI"/>
                      </a:endParaRP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64741611"/>
                  </a:ext>
                </a:extLst>
              </a:tr>
              <a:tr h="558479">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600" b="1" i="0" u="none" strike="noStrike" cap="none" normalizeH="0" baseline="0">
                          <a:ln>
                            <a:noFill/>
                          </a:ln>
                          <a:solidFill>
                            <a:srgbClr val="000000"/>
                          </a:solidFill>
                          <a:effectLst/>
                          <a:latin typeface="+mn-lt"/>
                          <a:ea typeface="SimSun"/>
                          <a:cs typeface="Segoe UI"/>
                        </a:rPr>
                        <a:t>             </a:t>
                      </a:r>
                      <a:r>
                        <a:rPr lang="en-US" altLang="en-US" sz="1600" b="1" i="1" u="none" strike="noStrike" cap="none" normalizeH="0" baseline="0">
                          <a:ln>
                            <a:noFill/>
                          </a:ln>
                          <a:solidFill>
                            <a:srgbClr val="000000"/>
                          </a:solidFill>
                          <a:effectLst/>
                          <a:latin typeface="+mn-lt"/>
                          <a:ea typeface="SimSun"/>
                          <a:cs typeface="Segoe UI"/>
                        </a:rPr>
                        <a:t>PROGRAMMING LANGUAGE</a:t>
                      </a: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endParaRPr kumimoji="0" lang="en-US" altLang="en-US" sz="1800" b="0" i="0" u="none" strike="noStrike" cap="none" normalizeH="0" baseline="0">
                        <a:ln>
                          <a:noFill/>
                        </a:ln>
                        <a:solidFill>
                          <a:srgbClr val="000000"/>
                        </a:solidFill>
                        <a:effectLst/>
                        <a:latin typeface="+mn-lt"/>
                        <a:ea typeface="ＭＳ Ｐゴシック"/>
                        <a:cs typeface="Segoe UI"/>
                      </a:endParaRP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90631590"/>
                  </a:ext>
                </a:extLst>
              </a:tr>
              <a:tr h="558479">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800" b="0" u="none" strike="noStrike" kern="1200" cap="none" normalizeH="0" baseline="0">
                          <a:ln>
                            <a:noFill/>
                          </a:ln>
                          <a:solidFill>
                            <a:srgbClr val="000000"/>
                          </a:solidFill>
                          <a:effectLst/>
                          <a:latin typeface="+mn-lt"/>
                          <a:ea typeface="ＭＳ Ｐゴシック"/>
                          <a:cs typeface="Segoe UI"/>
                        </a:rPr>
                        <a:t>                        FRONT-END</a:t>
                      </a:r>
                      <a:endParaRPr kumimoji="0" lang="en-US" altLang="en-US" sz="1800" b="0" u="none" strike="noStrike" kern="1200" cap="none" normalizeH="0" baseline="0">
                        <a:ln>
                          <a:noFill/>
                        </a:ln>
                        <a:solidFill>
                          <a:srgbClr val="000000"/>
                        </a:solidFill>
                        <a:effectLst/>
                        <a:latin typeface="+mn-lt"/>
                        <a:ea typeface="ＭＳ Ｐゴシック"/>
                        <a:cs typeface="Segoe UI"/>
                      </a:endParaRPr>
                    </a:p>
                  </a:txBody>
                  <a:tcPr marL="72000" marR="72000" marT="244368"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800" b="0" i="0" u="none" strike="noStrike" cap="none" normalizeH="0" baseline="0">
                          <a:ln>
                            <a:noFill/>
                          </a:ln>
                          <a:solidFill>
                            <a:srgbClr val="000000"/>
                          </a:solidFill>
                          <a:effectLst/>
                          <a:latin typeface="+mn-lt"/>
                          <a:ea typeface="ＭＳ Ｐゴシック"/>
                          <a:cs typeface="Segoe UI"/>
                        </a:rPr>
                        <a:t>HTML, CSS, RAZOR</a:t>
                      </a:r>
                      <a:endParaRPr kumimoji="0" lang="en-US" altLang="en-US" sz="1800" b="0" i="0" u="none" strike="noStrike" cap="none" normalizeH="0" baseline="0">
                        <a:ln>
                          <a:noFill/>
                        </a:ln>
                        <a:solidFill>
                          <a:srgbClr val="000000"/>
                        </a:solidFill>
                        <a:effectLst/>
                        <a:latin typeface="+mn-lt"/>
                        <a:ea typeface="ＭＳ Ｐゴシック"/>
                        <a:cs typeface="Segoe UI"/>
                      </a:endParaRP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9582157"/>
                  </a:ext>
                </a:extLst>
              </a:tr>
              <a:tr h="558479">
                <a:tc>
                  <a:txBody>
                    <a:bodyPr/>
                    <a:lstStyle/>
                    <a:p>
                      <a:pPr marL="0" marR="0" lvl="0" indent="0" algn="l">
                        <a:lnSpc>
                          <a:spcPct val="62000"/>
                        </a:lnSpc>
                        <a:spcBef>
                          <a:spcPct val="0"/>
                        </a:spcBef>
                        <a:spcAft>
                          <a:spcPct val="0"/>
                        </a:spcAft>
                        <a:buNone/>
                      </a:pPr>
                      <a:r>
                        <a:rPr lang="en-US" sz="1800" b="0" i="0" u="none" strike="noStrike" kern="1200" cap="none" normalizeH="0" baseline="0" noProof="0">
                          <a:ln>
                            <a:noFill/>
                          </a:ln>
                          <a:solidFill>
                            <a:srgbClr val="000000"/>
                          </a:solidFill>
                          <a:effectLst/>
                          <a:latin typeface="Arial"/>
                        </a:rPr>
                        <a:t>                        BACK-END</a:t>
                      </a:r>
                      <a:endParaRPr kumimoji="0" lang="en-US" sz="1800"/>
                    </a:p>
                  </a:txBody>
                  <a:tcPr marL="72000" marR="72000" marT="244368"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r>
                        <a:rPr lang="en-US" altLang="en-US" sz="1800" b="0" i="0" u="none" strike="noStrike" cap="none" normalizeH="0" baseline="0">
                          <a:ln>
                            <a:noFill/>
                          </a:ln>
                          <a:solidFill>
                            <a:srgbClr val="000000"/>
                          </a:solidFill>
                          <a:effectLst/>
                          <a:latin typeface="+mn-lt"/>
                          <a:ea typeface="ＭＳ Ｐゴシック"/>
                          <a:cs typeface="Segoe UI"/>
                        </a:rPr>
                        <a:t>C#, ASP.NET Core</a:t>
                      </a:r>
                      <a:endParaRPr kumimoji="0" lang="en-US" altLang="en-US" sz="1800" b="0" i="0" u="none" strike="noStrike" cap="none" normalizeH="0" baseline="0">
                        <a:ln>
                          <a:noFill/>
                        </a:ln>
                        <a:solidFill>
                          <a:srgbClr val="000000"/>
                        </a:solidFill>
                        <a:effectLst/>
                        <a:latin typeface="+mn-lt"/>
                        <a:ea typeface="ＭＳ Ｐゴシック"/>
                        <a:cs typeface="Segoe UI"/>
                      </a:endParaRP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26367048"/>
                  </a:ext>
                </a:extLst>
              </a:tr>
              <a:tr h="558479">
                <a:tc>
                  <a:txBody>
                    <a:bodyPr/>
                    <a:lstStyle/>
                    <a:p>
                      <a:pPr marL="0" marR="0" lvl="0" indent="0" algn="l" rtl="0">
                        <a:lnSpc>
                          <a:spcPct val="62000"/>
                        </a:lnSpc>
                        <a:spcBef>
                          <a:spcPct val="0"/>
                        </a:spcBef>
                        <a:spcAft>
                          <a:spcPct val="0"/>
                        </a:spcAft>
                        <a:buClrTx/>
                        <a:buFontTx/>
                        <a:buNone/>
                      </a:pPr>
                      <a:r>
                        <a:rPr lang="en-US" altLang="en-US" sz="1600" b="0" u="none" strike="noStrike" kern="1200" cap="none" normalizeH="0" baseline="0">
                          <a:ln>
                            <a:noFill/>
                          </a:ln>
                          <a:solidFill>
                            <a:srgbClr val="000000"/>
                          </a:solidFill>
                          <a:effectLst/>
                          <a:latin typeface="+mn-lt"/>
                          <a:ea typeface="ＭＳ Ｐゴシック"/>
                          <a:cs typeface="Segoe UI"/>
                        </a:rPr>
                        <a:t> </a:t>
                      </a:r>
                      <a:r>
                        <a:rPr lang="en-US" altLang="en-US" sz="1600" b="1" u="none" strike="noStrike" kern="1200" cap="none" normalizeH="0" baseline="0">
                          <a:ln>
                            <a:noFill/>
                          </a:ln>
                          <a:solidFill>
                            <a:srgbClr val="000000"/>
                          </a:solidFill>
                          <a:effectLst/>
                          <a:latin typeface="+mn-lt"/>
                          <a:ea typeface="ＭＳ Ｐゴシック"/>
                          <a:cs typeface="Segoe UI"/>
                        </a:rPr>
                        <a:t>            </a:t>
                      </a:r>
                      <a:r>
                        <a:rPr lang="en-US" altLang="en-US" sz="1600" b="1" i="1" u="none" strike="noStrike" kern="1200" cap="none" normalizeH="0" baseline="0">
                          <a:ln>
                            <a:noFill/>
                          </a:ln>
                          <a:solidFill>
                            <a:srgbClr val="000000"/>
                          </a:solidFill>
                          <a:effectLst/>
                          <a:latin typeface="+mn-lt"/>
                          <a:ea typeface="ＭＳ Ｐゴシック"/>
                          <a:cs typeface="Segoe UI"/>
                        </a:rPr>
                        <a:t>IDE</a:t>
                      </a:r>
                      <a:endParaRPr kumimoji="0" lang="en-US" altLang="en-US" sz="1600" b="1" i="1" u="none" strike="noStrike" kern="1200" cap="none" normalizeH="0" baseline="0">
                        <a:ln>
                          <a:noFill/>
                        </a:ln>
                        <a:solidFill>
                          <a:srgbClr val="000000"/>
                        </a:solidFill>
                        <a:effectLst/>
                        <a:latin typeface="+mn-lt"/>
                        <a:ea typeface="ＭＳ Ｐゴシック"/>
                        <a:cs typeface="Segoe UI"/>
                      </a:endParaRPr>
                    </a:p>
                  </a:txBody>
                  <a:tcPr marL="72000" marR="72000" marT="244368" marB="72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r>
                        <a:rPr lang="en-US" altLang="en-US" sz="1800" b="0" i="0" u="none" strike="noStrike" cap="none" normalizeH="0" baseline="0">
                          <a:ln>
                            <a:noFill/>
                          </a:ln>
                          <a:solidFill>
                            <a:srgbClr val="000000"/>
                          </a:solidFill>
                          <a:effectLst/>
                          <a:latin typeface="+mn-lt"/>
                          <a:ea typeface="ＭＳ Ｐゴシック"/>
                          <a:cs typeface="Segoe UI"/>
                        </a:rPr>
                        <a:t>VS Code, VS Community 2022</a:t>
                      </a:r>
                      <a:endParaRPr kumimoji="0" lang="en-US" altLang="en-US" sz="1800" b="0" i="0" u="none" strike="noStrike" cap="none" normalizeH="0" baseline="0">
                        <a:ln>
                          <a:noFill/>
                        </a:ln>
                        <a:solidFill>
                          <a:srgbClr val="000000"/>
                        </a:solidFill>
                        <a:effectLst/>
                        <a:latin typeface="+mn-lt"/>
                        <a:ea typeface="ＭＳ Ｐゴシック"/>
                        <a:cs typeface="Segoe UI"/>
                      </a:endParaRP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4921868"/>
                  </a:ext>
                </a:extLst>
              </a:tr>
              <a:tr h="462189">
                <a:tc>
                  <a:txBody>
                    <a:bodyPr/>
                    <a:lstStyle/>
                    <a:p>
                      <a:pPr marL="0" lvl="0" indent="0" algn="l">
                        <a:lnSpc>
                          <a:spcPct val="62000"/>
                        </a:lnSpc>
                        <a:spcBef>
                          <a:spcPct val="0"/>
                        </a:spcBef>
                        <a:spcAft>
                          <a:spcPct val="0"/>
                        </a:spcAft>
                        <a:buNone/>
                      </a:pPr>
                      <a:r>
                        <a:rPr lang="en-US" altLang="en-US" sz="1600" b="1" u="none" strike="noStrike" kern="1200" cap="none" normalizeH="0" baseline="0">
                          <a:ln>
                            <a:noFill/>
                          </a:ln>
                          <a:solidFill>
                            <a:srgbClr val="000000"/>
                          </a:solidFill>
                          <a:effectLst/>
                          <a:latin typeface="+mn-lt"/>
                          <a:ea typeface="ＭＳ Ｐゴシック"/>
                          <a:cs typeface="Segoe UI"/>
                        </a:rPr>
                        <a:t>            </a:t>
                      </a:r>
                      <a:r>
                        <a:rPr lang="en-US" altLang="en-US" sz="1600" b="1" i="1" u="none" strike="noStrike" kern="1200" cap="none" normalizeH="0" baseline="0">
                          <a:ln>
                            <a:noFill/>
                          </a:ln>
                          <a:solidFill>
                            <a:srgbClr val="000000"/>
                          </a:solidFill>
                          <a:effectLst/>
                          <a:latin typeface="+mn-lt"/>
                          <a:ea typeface="ＭＳ Ｐゴシック"/>
                          <a:cs typeface="Segoe UI"/>
                        </a:rPr>
                        <a:t>DATA STORAGE / DB</a:t>
                      </a:r>
                      <a:endParaRPr kumimoji="0" lang="en-US" altLang="en-US" sz="1600" b="1" i="1" u="none" strike="noStrike" kern="1200" cap="none" normalizeH="0" baseline="0">
                        <a:ln>
                          <a:noFill/>
                        </a:ln>
                        <a:solidFill>
                          <a:srgbClr val="000000"/>
                        </a:solidFill>
                        <a:effectLst/>
                        <a:latin typeface="+mn-lt"/>
                        <a:ea typeface="ＭＳ Ｐゴシック"/>
                        <a:cs typeface="Segoe UI"/>
                      </a:endParaRPr>
                    </a:p>
                  </a:txBody>
                  <a:tcPr marL="72000" marR="72000" marT="244368" marB="72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r>
                        <a:rPr lang="en-US" altLang="en-US" sz="1800" b="0" i="0" u="none" strike="noStrike" cap="none" normalizeH="0" baseline="0">
                          <a:ln>
                            <a:noFill/>
                          </a:ln>
                          <a:solidFill>
                            <a:srgbClr val="000000"/>
                          </a:solidFill>
                          <a:effectLst/>
                          <a:latin typeface="+mn-lt"/>
                          <a:ea typeface="ＭＳ Ｐゴシック"/>
                          <a:cs typeface="Segoe UI"/>
                        </a:rPr>
                        <a:t>Microsoft SQL Server</a:t>
                      </a:r>
                      <a:endParaRPr kumimoji="0" lang="en-US" altLang="en-US" sz="1800" b="0" i="0" u="none" strike="noStrike" cap="none" normalizeH="0" baseline="0">
                        <a:ln>
                          <a:noFill/>
                        </a:ln>
                        <a:solidFill>
                          <a:srgbClr val="000000"/>
                        </a:solidFill>
                        <a:effectLst/>
                        <a:latin typeface="+mn-lt"/>
                        <a:ea typeface="ＭＳ Ｐゴシック"/>
                        <a:cs typeface="Segoe UI"/>
                      </a:endParaRP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93179916"/>
                  </a:ext>
                </a:extLst>
              </a:tr>
              <a:tr h="462189">
                <a:tc>
                  <a:txBody>
                    <a:bodyPr/>
                    <a:lstStyle/>
                    <a:p>
                      <a:pPr marL="0" lvl="0" indent="0" algn="l">
                        <a:lnSpc>
                          <a:spcPct val="62000"/>
                        </a:lnSpc>
                        <a:spcBef>
                          <a:spcPct val="0"/>
                        </a:spcBef>
                        <a:spcAft>
                          <a:spcPct val="0"/>
                        </a:spcAft>
                        <a:buNone/>
                      </a:pPr>
                      <a:r>
                        <a:rPr lang="en-US" altLang="en-US" sz="1600" b="1" i="1" u="none" strike="noStrike" kern="1200" cap="none" normalizeH="0" baseline="0">
                          <a:ln>
                            <a:noFill/>
                          </a:ln>
                          <a:solidFill>
                            <a:srgbClr val="000000"/>
                          </a:solidFill>
                          <a:effectLst/>
                          <a:latin typeface="+mn-lt"/>
                          <a:ea typeface="ＭＳ Ｐゴシック"/>
                          <a:cs typeface="Segoe UI"/>
                        </a:rPr>
                        <a:t>           DESIGN TOOLS</a:t>
                      </a:r>
                      <a:endParaRPr kumimoji="0" lang="en-US" altLang="en-US" sz="1600" b="1" i="1" u="none" strike="noStrike" kern="1200" cap="none" normalizeH="0" baseline="0">
                        <a:ln>
                          <a:noFill/>
                        </a:ln>
                        <a:solidFill>
                          <a:srgbClr val="000000"/>
                        </a:solidFill>
                        <a:effectLst/>
                        <a:latin typeface="+mn-lt"/>
                        <a:ea typeface="ＭＳ Ｐゴシック"/>
                        <a:cs typeface="Segoe UI"/>
                      </a:endParaRPr>
                    </a:p>
                  </a:txBody>
                  <a:tcPr marL="72000" marR="72000" marT="244368" marB="72000">
                    <a:lnL w="9524">
                      <a:solidFill>
                        <a:schemeClr val="bg1"/>
                      </a:solidFill>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rgbClr val="EBB9B8"/>
                    </a:solidFill>
                  </a:tcPr>
                </a:tc>
                <a:tc>
                  <a:txBody>
                    <a:bodyPr/>
                    <a:lstStyle/>
                    <a:p>
                      <a:pPr marL="0" lvl="0" indent="0" algn="l">
                        <a:lnSpc>
                          <a:spcPct val="62000"/>
                        </a:lnSpc>
                        <a:spcBef>
                          <a:spcPct val="0"/>
                        </a:spcBef>
                        <a:spcAft>
                          <a:spcPct val="0"/>
                        </a:spcAft>
                        <a:buNone/>
                      </a:pPr>
                      <a:r>
                        <a:rPr lang="en-US" altLang="en-US" sz="1800" b="0" i="0" u="none" strike="noStrike" cap="none" normalizeH="0" baseline="0">
                          <a:ln>
                            <a:noFill/>
                          </a:ln>
                          <a:solidFill>
                            <a:srgbClr val="000000"/>
                          </a:solidFill>
                          <a:effectLst/>
                          <a:latin typeface="+mn-lt"/>
                          <a:ea typeface="ＭＳ Ｐゴシック"/>
                          <a:cs typeface="Segoe UI"/>
                        </a:rPr>
                        <a:t>Figma</a:t>
                      </a:r>
                    </a:p>
                  </a:txBody>
                  <a:tcPr marL="72000" marR="72000" marT="225216" marB="72000" anchor="ctr" horzOverflow="overflow">
                    <a:lnL w="9524"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683859322"/>
                  </a:ext>
                </a:extLst>
              </a:tr>
              <a:tr h="808832">
                <a:tc>
                  <a:txBody>
                    <a:bodyPr/>
                    <a:lstStyle/>
                    <a:p>
                      <a:pPr marL="0" lvl="0" indent="0" algn="l">
                        <a:lnSpc>
                          <a:spcPct val="100000"/>
                        </a:lnSpc>
                        <a:spcBef>
                          <a:spcPct val="0"/>
                        </a:spcBef>
                        <a:spcAft>
                          <a:spcPct val="0"/>
                        </a:spcAft>
                        <a:buNone/>
                      </a:pPr>
                      <a:r>
                        <a:rPr lang="en-US" altLang="en-US" sz="1600" b="1" i="1" u="none" strike="noStrike" kern="1200" cap="none" normalizeH="0" baseline="0">
                          <a:ln>
                            <a:noFill/>
                          </a:ln>
                          <a:solidFill>
                            <a:srgbClr val="000000"/>
                          </a:solidFill>
                          <a:effectLst/>
                          <a:latin typeface="+mn-lt"/>
                          <a:ea typeface="ＭＳ Ｐゴシック"/>
                          <a:cs typeface="Segoe UI"/>
                        </a:rPr>
                        <a:t>           AUTOMATED CODE REVIEW </a:t>
                      </a:r>
                    </a:p>
                    <a:p>
                      <a:pPr marL="0" lvl="0" indent="0" algn="l">
                        <a:lnSpc>
                          <a:spcPct val="100000"/>
                        </a:lnSpc>
                        <a:spcBef>
                          <a:spcPct val="0"/>
                        </a:spcBef>
                        <a:spcAft>
                          <a:spcPct val="0"/>
                        </a:spcAft>
                        <a:buNone/>
                      </a:pPr>
                      <a:r>
                        <a:rPr lang="en-US" altLang="en-US" sz="1600" b="1" i="1" u="none" strike="noStrike" kern="1200" cap="none" normalizeH="0" baseline="0">
                          <a:ln>
                            <a:noFill/>
                          </a:ln>
                          <a:solidFill>
                            <a:srgbClr val="000000"/>
                          </a:solidFill>
                          <a:effectLst/>
                          <a:latin typeface="+mn-lt"/>
                          <a:ea typeface="ＭＳ Ｐゴシック"/>
                          <a:cs typeface="Segoe UI"/>
                        </a:rPr>
                        <a:t>           TOOLS</a:t>
                      </a:r>
                      <a:endParaRPr kumimoji="0" lang="en-US" altLang="en-US" sz="1600" b="1" i="1" u="none" strike="noStrike" kern="1200" cap="none" normalizeH="0" baseline="0">
                        <a:ln>
                          <a:noFill/>
                        </a:ln>
                        <a:solidFill>
                          <a:srgbClr val="000000"/>
                        </a:solidFill>
                        <a:effectLst/>
                        <a:latin typeface="+mn-lt"/>
                        <a:ea typeface="ＭＳ Ｐゴシック"/>
                        <a:cs typeface="Segoe UI"/>
                      </a:endParaRPr>
                    </a:p>
                  </a:txBody>
                  <a:tcPr marL="72000" marR="72000" marT="244368" marB="72000">
                    <a:lnL w="9524">
                      <a:solidFill>
                        <a:schemeClr val="bg1"/>
                      </a:solidFill>
                    </a:lnL>
                    <a:lnR w="9525"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rgbClr val="EBB9B8"/>
                    </a:solidFill>
                  </a:tcPr>
                </a:tc>
                <a:tc>
                  <a:txBody>
                    <a:bodyPr/>
                    <a:lstStyle/>
                    <a:p>
                      <a:pPr marL="0" marR="0" lvl="0" indent="0" algn="l" rtl="0">
                        <a:lnSpc>
                          <a:spcPct val="100000"/>
                        </a:lnSpc>
                        <a:spcBef>
                          <a:spcPct val="0"/>
                        </a:spcBef>
                        <a:spcAft>
                          <a:spcPct val="0"/>
                        </a:spcAft>
                        <a:buClrTx/>
                        <a:buFontTx/>
                        <a:buNone/>
                      </a:pPr>
                      <a:r>
                        <a:rPr lang="en-US" altLang="en-US" sz="1800" b="0" i="0" u="none" strike="noStrike" cap="none" normalizeH="0" baseline="0" err="1">
                          <a:ln>
                            <a:noFill/>
                          </a:ln>
                          <a:solidFill>
                            <a:schemeClr val="tx1"/>
                          </a:solidFill>
                          <a:effectLst/>
                          <a:latin typeface="+mn-lt"/>
                          <a:ea typeface="ＭＳ Ｐゴシック"/>
                          <a:cs typeface="Segoe UI"/>
                        </a:rPr>
                        <a:t>Github</a:t>
                      </a:r>
                      <a:endParaRPr kumimoji="0" lang="en-US" altLang="en-US" sz="1800" b="0" i="0" u="none" strike="noStrike" cap="none" normalizeH="0" baseline="0" err="1">
                        <a:ln>
                          <a:noFill/>
                        </a:ln>
                        <a:solidFill>
                          <a:schemeClr val="tx1"/>
                        </a:solidFill>
                        <a:effectLst/>
                        <a:latin typeface="+mn-lt"/>
                        <a:ea typeface="ＭＳ Ｐゴシック"/>
                        <a:cs typeface="Segoe UI"/>
                      </a:endParaRPr>
                    </a:p>
                  </a:txBody>
                  <a:tcPr marL="72000" marR="72000" marT="225216" marB="72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557548365"/>
                  </a:ext>
                </a:extLst>
              </a:tr>
              <a:tr h="462189">
                <a:tc>
                  <a:txBody>
                    <a:bodyPr/>
                    <a:lstStyle/>
                    <a:p>
                      <a:pPr marL="0" marR="0" lvl="0" indent="0" algn="l" rtl="0">
                        <a:lnSpc>
                          <a:spcPct val="62000"/>
                        </a:lnSpc>
                        <a:spcBef>
                          <a:spcPct val="0"/>
                        </a:spcBef>
                        <a:spcAft>
                          <a:spcPct val="0"/>
                        </a:spcAft>
                        <a:buClrTx/>
                        <a:buFontTx/>
                        <a:buNone/>
                      </a:pPr>
                      <a:r>
                        <a:rPr lang="en-US" altLang="en-US" sz="1600" b="1" i="1" u="none" strike="noStrike" cap="none" normalizeH="0" baseline="0">
                          <a:ln>
                            <a:noFill/>
                          </a:ln>
                          <a:solidFill>
                            <a:srgbClr val="000000"/>
                          </a:solidFill>
                          <a:effectLst/>
                          <a:latin typeface="+mn-lt"/>
                          <a:ea typeface="ＭＳ Ｐゴシック"/>
                          <a:cs typeface="Segoe UI"/>
                        </a:rPr>
                        <a:t>          PERFORMANCE TESTING TOOL</a:t>
                      </a:r>
                      <a:endParaRPr kumimoji="0" lang="en-US" altLang="en-US" sz="1600" b="1" i="1" u="none" strike="noStrike" cap="none" normalizeH="0" baseline="0">
                        <a:ln>
                          <a:noFill/>
                        </a:ln>
                        <a:solidFill>
                          <a:srgbClr val="000000"/>
                        </a:solidFill>
                        <a:effectLst/>
                        <a:latin typeface="+mn-lt"/>
                        <a:ea typeface="ＭＳ Ｐゴシック"/>
                        <a:cs typeface="Segoe UI"/>
                      </a:endParaRPr>
                    </a:p>
                  </a:txBody>
                  <a:tcPr marL="72000" marR="72000" marT="244368" marB="72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4"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r>
                        <a:rPr lang="en-US" altLang="en-US" sz="1800" b="0" i="0" u="none" strike="noStrike" cap="none" normalizeH="0" baseline="0">
                          <a:ln>
                            <a:noFill/>
                          </a:ln>
                          <a:solidFill>
                            <a:srgbClr val="000000"/>
                          </a:solidFill>
                          <a:effectLst/>
                          <a:latin typeface="+mn-lt"/>
                          <a:ea typeface="ＭＳ Ｐゴシック"/>
                          <a:cs typeface="Segoe UI"/>
                        </a:rPr>
                        <a:t>N/A</a:t>
                      </a:r>
                      <a:endParaRPr kumimoji="0" lang="en-US" altLang="en-US" sz="1800" b="0" i="0" u="none" strike="noStrike" cap="none" normalizeH="0" baseline="0">
                        <a:ln>
                          <a:noFill/>
                        </a:ln>
                        <a:solidFill>
                          <a:srgbClr val="000000"/>
                        </a:solidFill>
                        <a:effectLst/>
                        <a:latin typeface="+mn-lt"/>
                        <a:ea typeface="ＭＳ Ｐゴシック"/>
                        <a:cs typeface="Segoe UI"/>
                      </a:endParaRPr>
                    </a:p>
                  </a:txBody>
                  <a:tcPr marL="72000" marR="72000" marT="225216" marB="72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36741018"/>
                  </a:ext>
                </a:extLst>
              </a:tr>
              <a:tr h="481447">
                <a:tc>
                  <a:txBody>
                    <a:bodyPr/>
                    <a:lstStyle/>
                    <a:p>
                      <a:pPr marL="0" marR="0" lvl="0" indent="0" algn="l" rtl="0">
                        <a:lnSpc>
                          <a:spcPct val="62000"/>
                        </a:lnSpc>
                        <a:spcBef>
                          <a:spcPct val="0"/>
                        </a:spcBef>
                        <a:spcAft>
                          <a:spcPct val="0"/>
                        </a:spcAft>
                        <a:buClrTx/>
                        <a:buFontTx/>
                        <a:buNone/>
                      </a:pPr>
                      <a:r>
                        <a:rPr lang="en-US" altLang="en-US" sz="1800" b="1" i="0" u="none" strike="noStrike" cap="none" normalizeH="0" baseline="0">
                          <a:ln>
                            <a:noFill/>
                          </a:ln>
                          <a:solidFill>
                            <a:srgbClr val="000000"/>
                          </a:solidFill>
                          <a:effectLst/>
                          <a:latin typeface="+mn-lt"/>
                          <a:ea typeface="ＭＳ Ｐゴシック"/>
                          <a:cs typeface="Segoe UI"/>
                        </a:rPr>
                        <a:t>SCREEN RESOLUTION</a:t>
                      </a:r>
                      <a:endParaRPr kumimoji="0" lang="en-US" altLang="en-US" sz="1800" b="1" i="0" u="none" strike="noStrike" cap="none" normalizeH="0" baseline="0">
                        <a:ln>
                          <a:noFill/>
                        </a:ln>
                        <a:solidFill>
                          <a:srgbClr val="000000"/>
                        </a:solidFill>
                        <a:effectLst/>
                        <a:latin typeface="+mn-lt"/>
                        <a:ea typeface="ＭＳ Ｐゴシック"/>
                        <a:cs typeface="Segoe UI"/>
                      </a:endParaRPr>
                    </a:p>
                  </a:txBody>
                  <a:tcPr marL="72000" marR="72000" marT="244368" marB="72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r>
                        <a:rPr lang="en-US" altLang="en-US" sz="1800" b="0" i="0" u="none" strike="noStrike" cap="none" normalizeH="0" baseline="0">
                          <a:ln>
                            <a:noFill/>
                          </a:ln>
                          <a:solidFill>
                            <a:srgbClr val="000000"/>
                          </a:solidFill>
                          <a:effectLst/>
                          <a:latin typeface="+mn-lt"/>
                          <a:ea typeface="ＭＳ Ｐゴシック"/>
                          <a:cs typeface="Segoe UI"/>
                        </a:rPr>
                        <a:t>1920 x 1080</a:t>
                      </a:r>
                      <a:endParaRPr kumimoji="0" lang="en-US" altLang="en-US" sz="1800" b="0" i="0" u="none" strike="noStrike" cap="none" normalizeH="0" baseline="0">
                        <a:ln>
                          <a:noFill/>
                        </a:ln>
                        <a:solidFill>
                          <a:srgbClr val="000000"/>
                        </a:solidFill>
                        <a:effectLst/>
                        <a:latin typeface="+mn-lt"/>
                        <a:ea typeface="ＭＳ Ｐゴシック"/>
                        <a:cs typeface="Segoe UI"/>
                      </a:endParaRPr>
                    </a:p>
                  </a:txBody>
                  <a:tcPr marL="72000" marR="72000" marT="225216" marB="72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76656030"/>
                  </a:ext>
                </a:extLst>
              </a:tr>
              <a:tr h="558479">
                <a:tc>
                  <a:txBody>
                    <a:bodyPr/>
                    <a:lstStyle/>
                    <a:p>
                      <a:pPr marL="0" lvl="0" indent="0" algn="l">
                        <a:lnSpc>
                          <a:spcPct val="62000"/>
                        </a:lnSpc>
                        <a:spcBef>
                          <a:spcPct val="0"/>
                        </a:spcBef>
                        <a:spcAft>
                          <a:spcPct val="0"/>
                        </a:spcAft>
                        <a:buNone/>
                      </a:pPr>
                      <a:r>
                        <a:rPr lang="en-US" altLang="en-US" sz="1800" b="1" i="0" u="none" strike="noStrike" cap="none" normalizeH="0" baseline="0">
                          <a:ln>
                            <a:noFill/>
                          </a:ln>
                          <a:solidFill>
                            <a:srgbClr val="000000"/>
                          </a:solidFill>
                          <a:effectLst/>
                          <a:latin typeface="+mn-lt"/>
                          <a:ea typeface="ＭＳ Ｐゴシック"/>
                          <a:cs typeface="Segoe UI"/>
                        </a:rPr>
                        <a:t>TOOLS USED</a:t>
                      </a:r>
                      <a:endParaRPr kumimoji="0" lang="en-US" altLang="en-US" sz="1800" b="1" i="0" u="none" strike="noStrike" cap="none" normalizeH="0" baseline="0">
                        <a:ln>
                          <a:noFill/>
                        </a:ln>
                        <a:solidFill>
                          <a:srgbClr val="000000"/>
                        </a:solidFill>
                        <a:effectLst/>
                        <a:latin typeface="+mn-lt"/>
                        <a:ea typeface="ＭＳ Ｐゴシック"/>
                        <a:cs typeface="Segoe UI"/>
                      </a:endParaRPr>
                    </a:p>
                  </a:txBody>
                  <a:tcPr marL="72000" marR="72000" marT="244368" marB="72000">
                    <a:lnL w="9524">
                      <a:solidFill>
                        <a:schemeClr val="bg1"/>
                      </a:solidFill>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rgbClr val="EBB9B8"/>
                    </a:solidFill>
                  </a:tcPr>
                </a:tc>
                <a:tc>
                  <a:txBody>
                    <a:bodyPr/>
                    <a:lstStyle/>
                    <a:p>
                      <a:pPr marL="0" lvl="0" indent="0" algn="just">
                        <a:lnSpc>
                          <a:spcPct val="100000"/>
                        </a:lnSpc>
                        <a:spcBef>
                          <a:spcPts val="0"/>
                        </a:spcBef>
                        <a:spcAft>
                          <a:spcPts val="0"/>
                        </a:spcAft>
                        <a:buNone/>
                      </a:pPr>
                      <a:r>
                        <a:rPr lang="en-US" sz="1800" b="0" i="0" u="none" strike="noStrike" cap="none" normalizeH="0" baseline="0" noProof="0" err="1">
                          <a:ln>
                            <a:noFill/>
                          </a:ln>
                          <a:solidFill>
                            <a:srgbClr val="000000"/>
                          </a:solidFill>
                          <a:effectLst/>
                          <a:latin typeface="Arial"/>
                        </a:rPr>
                        <a:t>Github</a:t>
                      </a:r>
                      <a:r>
                        <a:rPr lang="en-US" sz="1800" b="0" i="0" u="none" strike="noStrike" cap="none" normalizeH="0" baseline="0" noProof="0">
                          <a:ln>
                            <a:noFill/>
                          </a:ln>
                          <a:solidFill>
                            <a:srgbClr val="000000"/>
                          </a:solidFill>
                          <a:effectLst/>
                          <a:latin typeface="Arial"/>
                        </a:rPr>
                        <a:t>, </a:t>
                      </a:r>
                      <a:r>
                        <a:rPr lang="en-US" sz="1800" b="0" i="0" u="none" strike="noStrike" cap="none" normalizeH="0" baseline="0" noProof="0" err="1">
                          <a:ln>
                            <a:noFill/>
                          </a:ln>
                          <a:solidFill>
                            <a:srgbClr val="000000"/>
                          </a:solidFill>
                          <a:effectLst/>
                          <a:latin typeface="Arial"/>
                        </a:rPr>
                        <a:t>Nuget</a:t>
                      </a:r>
                      <a:r>
                        <a:rPr lang="en-US" sz="1800" b="0" i="0" u="none" strike="noStrike" cap="none" normalizeH="0" baseline="0" noProof="0">
                          <a:ln>
                            <a:noFill/>
                          </a:ln>
                          <a:solidFill>
                            <a:srgbClr val="000000"/>
                          </a:solidFill>
                          <a:effectLst/>
                          <a:latin typeface="Arial"/>
                        </a:rPr>
                        <a:t> Packages, Google Mail</a:t>
                      </a:r>
                      <a:endParaRPr kumimoji="0" lang="en-US" sz="1800" b="0" i="0" u="none" strike="noStrike" cap="none" normalizeH="0" baseline="0" noProof="0">
                        <a:ln>
                          <a:noFill/>
                        </a:ln>
                        <a:solidFill>
                          <a:srgbClr val="000000"/>
                        </a:solidFill>
                        <a:effectLst/>
                        <a:latin typeface="Arial"/>
                      </a:endParaRPr>
                    </a:p>
                  </a:txBody>
                  <a:tcPr marL="72000" marR="72000" marT="225216" marB="72000" horzOverflow="overflow">
                    <a:lnL w="9524"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619376237"/>
                  </a:ext>
                </a:extLst>
              </a:tr>
              <a:tr h="558479">
                <a:tc>
                  <a:txBody>
                    <a:bodyPr/>
                    <a:lstStyle/>
                    <a:p>
                      <a:pPr marL="0" lvl="0" indent="0" algn="l">
                        <a:lnSpc>
                          <a:spcPct val="62000"/>
                        </a:lnSpc>
                        <a:spcBef>
                          <a:spcPct val="0"/>
                        </a:spcBef>
                        <a:spcAft>
                          <a:spcPct val="0"/>
                        </a:spcAft>
                        <a:buNone/>
                      </a:pPr>
                      <a:r>
                        <a:rPr lang="en-US" altLang="en-US" sz="1800" b="1" i="0" u="none" strike="noStrike" cap="none" normalizeH="0" baseline="0">
                          <a:ln>
                            <a:noFill/>
                          </a:ln>
                          <a:solidFill>
                            <a:srgbClr val="000000"/>
                          </a:solidFill>
                          <a:effectLst/>
                          <a:latin typeface="+mn-lt"/>
                          <a:ea typeface="ＭＳ Ｐゴシック"/>
                          <a:cs typeface="Segoe UI"/>
                        </a:rPr>
                        <a:t>SUPPORTED LANGUAGE</a:t>
                      </a:r>
                      <a:endParaRPr kumimoji="0" lang="en-US" altLang="en-US" sz="1800" b="1" i="0" u="none" strike="noStrike" cap="none" normalizeH="0" baseline="0">
                        <a:ln>
                          <a:noFill/>
                        </a:ln>
                        <a:solidFill>
                          <a:srgbClr val="000000"/>
                        </a:solidFill>
                        <a:effectLst/>
                        <a:latin typeface="+mn-lt"/>
                        <a:ea typeface="ＭＳ Ｐゴシック"/>
                        <a:cs typeface="Segoe UI"/>
                      </a:endParaRPr>
                    </a:p>
                  </a:txBody>
                  <a:tcPr marL="72000" marR="72000" marT="244368" marB="72000">
                    <a:lnL w="9524">
                      <a:solidFill>
                        <a:schemeClr val="bg1"/>
                      </a:solidFill>
                    </a:lnL>
                    <a:lnR w="9524" cap="flat" cmpd="sng" algn="ctr">
                      <a:solidFill>
                        <a:schemeClr val="bg1"/>
                      </a:solidFill>
                      <a:prstDash val="solid"/>
                      <a:round/>
                      <a:headEnd type="none" w="med" len="med"/>
                      <a:tailEnd type="none" w="med" len="med"/>
                    </a:lnR>
                    <a:lnT w="9524" cap="flat" cmpd="sng" algn="ctr">
                      <a:solidFill>
                        <a:schemeClr val="bg1"/>
                      </a:solidFill>
                      <a:prstDash val="solid"/>
                      <a:round/>
                      <a:headEnd type="none" w="med" len="med"/>
                      <a:tailEnd type="none" w="med" len="med"/>
                    </a:lnT>
                    <a:lnB w="9524">
                      <a:solidFill>
                        <a:schemeClr val="bg1"/>
                      </a:solidFill>
                    </a:lnB>
                    <a:solidFill>
                      <a:srgbClr val="EBB9B8"/>
                    </a:solidFill>
                  </a:tcPr>
                </a:tc>
                <a:tc>
                  <a:txBody>
                    <a:bodyPr/>
                    <a:lstStyle/>
                    <a:p>
                      <a:pPr marL="0" lvl="0" indent="0" algn="just">
                        <a:lnSpc>
                          <a:spcPct val="100000"/>
                        </a:lnSpc>
                        <a:spcBef>
                          <a:spcPts val="0"/>
                        </a:spcBef>
                        <a:spcAft>
                          <a:spcPts val="0"/>
                        </a:spcAft>
                        <a:buNone/>
                      </a:pPr>
                      <a:r>
                        <a:rPr lang="en-US" sz="1800" b="0" i="0" u="none" strike="noStrike" cap="none" normalizeH="0" baseline="0" noProof="0">
                          <a:ln>
                            <a:noFill/>
                          </a:ln>
                          <a:solidFill>
                            <a:srgbClr val="000000"/>
                          </a:solidFill>
                          <a:effectLst/>
                          <a:latin typeface="Arial"/>
                        </a:rPr>
                        <a:t>English</a:t>
                      </a:r>
                      <a:endParaRPr kumimoji="0" lang="en-US" sz="1800" b="0" i="0" u="none" strike="noStrike" cap="none" normalizeH="0" baseline="0" noProof="0">
                        <a:ln>
                          <a:noFill/>
                        </a:ln>
                        <a:solidFill>
                          <a:srgbClr val="000000"/>
                        </a:solidFill>
                        <a:effectLst/>
                        <a:latin typeface="Arial"/>
                      </a:endParaRPr>
                    </a:p>
                  </a:txBody>
                  <a:tcPr marL="72000" marR="72000" marT="225215" marB="72000">
                    <a:lnL w="9524" cap="flat" cmpd="sng" algn="ctr">
                      <a:solidFill>
                        <a:schemeClr val="bg1"/>
                      </a:solidFill>
                      <a:prstDash val="solid"/>
                      <a:round/>
                      <a:headEnd type="none" w="med" len="med"/>
                      <a:tailEnd type="none" w="med" len="med"/>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extLst>
                  <a:ext uri="{0D108BD9-81ED-4DB2-BD59-A6C34878D82A}">
                    <a16:rowId xmlns:a16="http://schemas.microsoft.com/office/drawing/2014/main" val="1387116356"/>
                  </a:ext>
                </a:extLst>
              </a:tr>
              <a:tr h="558479">
                <a:tc>
                  <a:txBody>
                    <a:bodyPr/>
                    <a:lstStyle/>
                    <a:p>
                      <a:pPr marL="0" lvl="0" indent="0" algn="l">
                        <a:lnSpc>
                          <a:spcPct val="62000"/>
                        </a:lnSpc>
                        <a:spcBef>
                          <a:spcPct val="0"/>
                        </a:spcBef>
                        <a:spcAft>
                          <a:spcPct val="0"/>
                        </a:spcAft>
                        <a:buNone/>
                      </a:pPr>
                      <a:r>
                        <a:rPr lang="en-US" altLang="en-US" sz="1800" b="1" i="0" u="none" strike="noStrike" cap="none" normalizeH="0" baseline="0">
                          <a:ln>
                            <a:noFill/>
                          </a:ln>
                          <a:solidFill>
                            <a:srgbClr val="000000"/>
                          </a:solidFill>
                          <a:effectLst/>
                          <a:latin typeface="+mn-lt"/>
                          <a:ea typeface="ＭＳ Ｐゴシック"/>
                          <a:cs typeface="Segoe UI"/>
                        </a:rPr>
                        <a:t>RELEASED VERSIONS (IF ANY)</a:t>
                      </a:r>
                      <a:endParaRPr kumimoji="0" lang="en-US" altLang="en-US" sz="1800" b="1" i="0" u="none" strike="noStrike" cap="none" normalizeH="0" baseline="0">
                        <a:ln>
                          <a:noFill/>
                        </a:ln>
                        <a:solidFill>
                          <a:srgbClr val="000000"/>
                        </a:solidFill>
                        <a:effectLst/>
                        <a:latin typeface="+mn-lt"/>
                        <a:ea typeface="ＭＳ Ｐゴシック"/>
                        <a:cs typeface="Segoe UI"/>
                      </a:endParaRPr>
                    </a:p>
                  </a:txBody>
                  <a:tcPr marL="72000" marR="72000" marT="244368" marB="72000">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a:txBody>
                    <a:bodyPr/>
                    <a:lstStyle/>
                    <a:p>
                      <a:pPr marL="0" lvl="0" indent="0" algn="just">
                        <a:lnSpc>
                          <a:spcPct val="100000"/>
                        </a:lnSpc>
                        <a:spcBef>
                          <a:spcPts val="0"/>
                        </a:spcBef>
                        <a:spcAft>
                          <a:spcPts val="0"/>
                        </a:spcAft>
                        <a:buNone/>
                      </a:pPr>
                      <a:r>
                        <a:rPr lang="en-US" sz="1800" b="0" i="0" u="none" strike="noStrike" cap="none" normalizeH="0" baseline="0" noProof="0">
                          <a:ln>
                            <a:noFill/>
                          </a:ln>
                          <a:solidFill>
                            <a:srgbClr val="000000"/>
                          </a:solidFill>
                          <a:effectLst/>
                          <a:latin typeface="Arial"/>
                        </a:rPr>
                        <a:t>Development </a:t>
                      </a:r>
                      <a:endParaRPr kumimoji="0" lang="en-US" sz="1800" b="0" i="0" u="none" strike="noStrike" cap="none" normalizeH="0" baseline="0" noProof="0">
                        <a:ln>
                          <a:noFill/>
                        </a:ln>
                        <a:solidFill>
                          <a:srgbClr val="000000"/>
                        </a:solidFill>
                        <a:effectLst/>
                        <a:latin typeface="Arial"/>
                      </a:endParaRPr>
                    </a:p>
                  </a:txBody>
                  <a:tcPr marL="72000" marR="72000" marT="225215" marB="72000">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3412702662"/>
                  </a:ext>
                </a:extLst>
              </a:tr>
              <a:tr h="558479">
                <a:tc>
                  <a:txBody>
                    <a:bodyPr/>
                    <a:lstStyle/>
                    <a:p>
                      <a:pPr marL="0" lvl="0" indent="0" algn="l">
                        <a:lnSpc>
                          <a:spcPct val="62000"/>
                        </a:lnSpc>
                        <a:spcBef>
                          <a:spcPct val="0"/>
                        </a:spcBef>
                        <a:spcAft>
                          <a:spcPct val="0"/>
                        </a:spcAft>
                        <a:buNone/>
                      </a:pPr>
                      <a:r>
                        <a:rPr lang="en-US" altLang="en-US" sz="1800" b="1" i="0" u="none" strike="noStrike" cap="none" normalizeH="0" baseline="0">
                          <a:ln>
                            <a:noFill/>
                          </a:ln>
                          <a:solidFill>
                            <a:srgbClr val="000000"/>
                          </a:solidFill>
                          <a:effectLst/>
                          <a:latin typeface="+mn-lt"/>
                          <a:ea typeface="ＭＳ Ｐゴシック"/>
                          <a:cs typeface="Segoe UI"/>
                        </a:rPr>
                        <a:t>SCREEN DESIGN</a:t>
                      </a:r>
                      <a:endParaRPr kumimoji="0" lang="en-US" altLang="en-US" sz="1800" b="1" i="0" u="none" strike="noStrike" cap="none" normalizeH="0" baseline="0">
                        <a:ln>
                          <a:noFill/>
                        </a:ln>
                        <a:solidFill>
                          <a:srgbClr val="000000"/>
                        </a:solidFill>
                        <a:effectLst/>
                        <a:latin typeface="+mn-lt"/>
                        <a:ea typeface="ＭＳ Ｐゴシック"/>
                        <a:cs typeface="Segoe UI"/>
                      </a:endParaRPr>
                    </a:p>
                  </a:txBody>
                  <a:tcPr marL="72000" marR="72000" marT="244368" marB="72000">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a:txBody>
                    <a:bodyPr/>
                    <a:lstStyle/>
                    <a:p>
                      <a:pPr marL="0" lvl="0" indent="0" algn="just">
                        <a:lnSpc>
                          <a:spcPct val="100000"/>
                        </a:lnSpc>
                        <a:spcBef>
                          <a:spcPts val="0"/>
                        </a:spcBef>
                        <a:spcAft>
                          <a:spcPts val="0"/>
                        </a:spcAft>
                        <a:buNone/>
                      </a:pPr>
                      <a:r>
                        <a:rPr lang="en-US" sz="1800" b="0" i="0" u="none" strike="noStrike" cap="none" normalizeH="0" baseline="0" noProof="0">
                          <a:ln>
                            <a:noFill/>
                          </a:ln>
                          <a:solidFill>
                            <a:srgbClr val="000000"/>
                          </a:solidFill>
                          <a:effectLst/>
                          <a:latin typeface="Arial"/>
                        </a:rPr>
                        <a:t>Admin and User Screens</a:t>
                      </a:r>
                      <a:endParaRPr kumimoji="0" lang="en-US" sz="1800" b="0" i="0" u="none" strike="noStrike" cap="none" normalizeH="0" baseline="0" noProof="0">
                        <a:ln>
                          <a:noFill/>
                        </a:ln>
                        <a:solidFill>
                          <a:srgbClr val="000000"/>
                        </a:solidFill>
                        <a:effectLst/>
                        <a:latin typeface="Arial"/>
                      </a:endParaRPr>
                    </a:p>
                  </a:txBody>
                  <a:tcPr marL="72000" marR="72000" marT="225215" marB="72000">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582827429"/>
                  </a:ext>
                </a:extLst>
              </a:tr>
              <a:tr h="558479">
                <a:tc>
                  <a:txBody>
                    <a:bodyPr/>
                    <a:lstStyle/>
                    <a:p>
                      <a:pPr marL="0" lvl="0" indent="0" algn="l">
                        <a:lnSpc>
                          <a:spcPct val="62000"/>
                        </a:lnSpc>
                        <a:spcBef>
                          <a:spcPct val="0"/>
                        </a:spcBef>
                        <a:spcAft>
                          <a:spcPct val="0"/>
                        </a:spcAft>
                        <a:buNone/>
                      </a:pPr>
                      <a:r>
                        <a:rPr lang="en-US" altLang="en-US" sz="1800" b="1" i="0" u="none" strike="noStrike" cap="none" normalizeH="0" baseline="0">
                          <a:ln>
                            <a:noFill/>
                          </a:ln>
                          <a:solidFill>
                            <a:srgbClr val="000000"/>
                          </a:solidFill>
                          <a:effectLst/>
                          <a:latin typeface="+mn-lt"/>
                          <a:ea typeface="ＭＳ Ｐゴシック"/>
                          <a:cs typeface="Segoe UI"/>
                        </a:rPr>
                        <a:t>LIMITATIONS</a:t>
                      </a:r>
                      <a:endParaRPr kumimoji="0" lang="en-US" altLang="en-US" sz="1800" b="1" i="0" u="none" strike="noStrike" cap="none" normalizeH="0" baseline="0">
                        <a:ln>
                          <a:noFill/>
                        </a:ln>
                        <a:solidFill>
                          <a:srgbClr val="000000"/>
                        </a:solidFill>
                        <a:effectLst/>
                        <a:latin typeface="+mn-lt"/>
                        <a:ea typeface="ＭＳ Ｐゴシック"/>
                        <a:cs typeface="Segoe UI"/>
                      </a:endParaRPr>
                    </a:p>
                  </a:txBody>
                  <a:tcPr marL="72000" marR="72000" marT="244368" marB="72000">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a:txBody>
                    <a:bodyPr/>
                    <a:lstStyle/>
                    <a:p>
                      <a:pPr marL="0" lvl="0" indent="0" algn="just">
                        <a:lnSpc>
                          <a:spcPct val="100000"/>
                        </a:lnSpc>
                        <a:spcBef>
                          <a:spcPts val="0"/>
                        </a:spcBef>
                        <a:spcAft>
                          <a:spcPts val="0"/>
                        </a:spcAft>
                        <a:buNone/>
                      </a:pPr>
                      <a:r>
                        <a:rPr lang="en-US" sz="1800" b="0" i="0" u="none" strike="noStrike" cap="none" normalizeH="0" baseline="0" noProof="0">
                          <a:ln>
                            <a:noFill/>
                          </a:ln>
                          <a:solidFill>
                            <a:srgbClr val="000000"/>
                          </a:solidFill>
                          <a:effectLst/>
                          <a:latin typeface="Arial"/>
                        </a:rPr>
                        <a:t>Local Only</a:t>
                      </a:r>
                      <a:endParaRPr kumimoji="0" lang="en-US" sz="1800" b="0" i="0" u="none" strike="noStrike" cap="none" normalizeH="0" baseline="0" noProof="0">
                        <a:ln>
                          <a:noFill/>
                        </a:ln>
                        <a:solidFill>
                          <a:srgbClr val="000000"/>
                        </a:solidFill>
                        <a:effectLst/>
                        <a:latin typeface="Arial"/>
                      </a:endParaRPr>
                    </a:p>
                  </a:txBody>
                  <a:tcPr marL="72000" marR="72000" marT="225215" marB="72000">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545047710"/>
                  </a:ext>
                </a:extLst>
              </a:tr>
              <a:tr h="558479">
                <a:tc>
                  <a:txBody>
                    <a:bodyPr/>
                    <a:lstStyle/>
                    <a:p>
                      <a:pPr marL="0" lvl="0" indent="0" algn="l">
                        <a:lnSpc>
                          <a:spcPct val="62000"/>
                        </a:lnSpc>
                        <a:spcBef>
                          <a:spcPct val="0"/>
                        </a:spcBef>
                        <a:spcAft>
                          <a:spcPct val="0"/>
                        </a:spcAft>
                        <a:buNone/>
                      </a:pPr>
                      <a:r>
                        <a:rPr lang="en-US" altLang="en-US" sz="1800" b="1" i="0" u="none" strike="noStrike" cap="none" normalizeH="0" baseline="0">
                          <a:ln>
                            <a:noFill/>
                          </a:ln>
                          <a:solidFill>
                            <a:srgbClr val="000000"/>
                          </a:solidFill>
                          <a:effectLst/>
                          <a:latin typeface="+mn-lt"/>
                          <a:ea typeface="ＭＳ Ｐゴシック"/>
                          <a:cs typeface="Segoe UI"/>
                        </a:rPr>
                        <a:t>BROWSER SUPPORTED</a:t>
                      </a:r>
                      <a:endParaRPr kumimoji="0" lang="en-US" altLang="en-US" sz="1800" b="1" i="0" u="none" strike="noStrike" cap="none" normalizeH="0" baseline="0">
                        <a:ln>
                          <a:noFill/>
                        </a:ln>
                        <a:solidFill>
                          <a:srgbClr val="000000"/>
                        </a:solidFill>
                        <a:effectLst/>
                        <a:latin typeface="+mn-lt"/>
                        <a:ea typeface="ＭＳ Ｐゴシック"/>
                        <a:cs typeface="Segoe UI"/>
                      </a:endParaRPr>
                    </a:p>
                  </a:txBody>
                  <a:tcPr marL="72000" marR="72000" marT="244368" marB="72000">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a:txBody>
                    <a:bodyPr/>
                    <a:lstStyle/>
                    <a:p>
                      <a:pPr marL="0" lvl="0" indent="0" algn="just">
                        <a:lnSpc>
                          <a:spcPct val="100000"/>
                        </a:lnSpc>
                        <a:spcBef>
                          <a:spcPts val="0"/>
                        </a:spcBef>
                        <a:spcAft>
                          <a:spcPts val="0"/>
                        </a:spcAft>
                        <a:buNone/>
                      </a:pPr>
                      <a:r>
                        <a:rPr lang="en-US" sz="1800" b="0" i="0" u="none" strike="noStrike" cap="none" normalizeH="0" baseline="0" noProof="0">
                          <a:ln>
                            <a:noFill/>
                          </a:ln>
                          <a:solidFill>
                            <a:srgbClr val="000000"/>
                          </a:solidFill>
                          <a:effectLst/>
                          <a:latin typeface="Arial"/>
                        </a:rPr>
                        <a:t>Latest versions of Google Chrome, Mozilla Firefox, Microsoft Edge</a:t>
                      </a:r>
                      <a:endParaRPr kumimoji="0" lang="en-US" sz="1800" b="0" i="0" u="none" strike="noStrike" cap="none" normalizeH="0" baseline="0" noProof="0">
                        <a:ln>
                          <a:noFill/>
                        </a:ln>
                        <a:solidFill>
                          <a:srgbClr val="000000"/>
                        </a:solidFill>
                        <a:effectLst/>
                        <a:latin typeface="Arial"/>
                      </a:endParaRPr>
                    </a:p>
                  </a:txBody>
                  <a:tcPr marL="72000" marR="72000" marT="225215" marB="72000">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1144841316"/>
                  </a:ext>
                </a:extLst>
              </a:tr>
            </a:tbl>
          </a:graphicData>
        </a:graphic>
      </p:graphicFrame>
    </p:spTree>
    <p:extLst>
      <p:ext uri="{BB962C8B-B14F-4D97-AF65-F5344CB8AC3E}">
        <p14:creationId xmlns:p14="http://schemas.microsoft.com/office/powerpoint/2010/main" val="879702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78;p16">
            <a:extLst>
              <a:ext uri="{FF2B5EF4-FFF2-40B4-BE49-F238E27FC236}">
                <a16:creationId xmlns:a16="http://schemas.microsoft.com/office/drawing/2014/main" id="{7F8E0412-53AF-4250-A363-282FCDDA0658}"/>
              </a:ext>
            </a:extLst>
          </p:cNvPr>
          <p:cNvSpPr txBox="1"/>
          <p:nvPr/>
        </p:nvSpPr>
        <p:spPr>
          <a:xfrm>
            <a:off x="6550708" y="5948559"/>
            <a:ext cx="10860992" cy="1818882"/>
          </a:xfrm>
          <a:prstGeom prst="rect">
            <a:avLst/>
          </a:prstGeom>
          <a:noFill/>
          <a:ln>
            <a:noFill/>
          </a:ln>
        </p:spPr>
        <p:txBody>
          <a:bodyPr spcFirstLastPara="1" wrap="square" lIns="101600" tIns="101600" rIns="101600" bIns="101600" anchor="ctr" anchorCtr="0">
            <a:noAutofit/>
          </a:bodyPr>
          <a:lstStyle/>
          <a:p>
            <a:pPr algn="ctr"/>
            <a:r>
              <a:rPr lang="en-US" sz="13200">
                <a:solidFill>
                  <a:srgbClr val="FF0000"/>
                </a:solidFill>
                <a:latin typeface="Impact"/>
                <a:sym typeface="Impact"/>
              </a:rPr>
              <a:t>HLD</a:t>
            </a:r>
            <a:endParaRPr lang="en-US"/>
          </a:p>
        </p:txBody>
      </p:sp>
    </p:spTree>
    <p:extLst>
      <p:ext uri="{BB962C8B-B14F-4D97-AF65-F5344CB8AC3E}">
        <p14:creationId xmlns:p14="http://schemas.microsoft.com/office/powerpoint/2010/main" val="3598661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67D6A5-7AA1-728C-3317-B939F2F85E85}"/>
              </a:ext>
            </a:extLst>
          </p:cNvPr>
          <p:cNvPicPr>
            <a:picLocks noChangeAspect="1"/>
          </p:cNvPicPr>
          <p:nvPr/>
        </p:nvPicPr>
        <p:blipFill>
          <a:blip r:embed="rId2"/>
          <a:stretch>
            <a:fillRect/>
          </a:stretch>
        </p:blipFill>
        <p:spPr>
          <a:xfrm>
            <a:off x="3222265" y="200220"/>
            <a:ext cx="21788721" cy="13716000"/>
          </a:xfrm>
          <a:prstGeom prst="rect">
            <a:avLst/>
          </a:prstGeom>
        </p:spPr>
      </p:pic>
      <p:sp>
        <p:nvSpPr>
          <p:cNvPr id="6" name="Text Placeholder 5">
            <a:extLst>
              <a:ext uri="{FF2B5EF4-FFF2-40B4-BE49-F238E27FC236}">
                <a16:creationId xmlns:a16="http://schemas.microsoft.com/office/drawing/2014/main" id="{DA0C0BD4-90CF-4333-89AD-1344829B9EC7}"/>
              </a:ext>
            </a:extLst>
          </p:cNvPr>
          <p:cNvSpPr>
            <a:spLocks noGrp="1"/>
          </p:cNvSpPr>
          <p:nvPr>
            <p:ph type="body" sz="quarter" idx="13"/>
          </p:nvPr>
        </p:nvSpPr>
        <p:spPr>
          <a:xfrm>
            <a:off x="533400" y="203200"/>
            <a:ext cx="22174200" cy="3229013"/>
          </a:xfrm>
        </p:spPr>
        <p:txBody>
          <a:bodyPr>
            <a:normAutofit/>
          </a:bodyPr>
          <a:lstStyle/>
          <a:p>
            <a:r>
              <a:rPr lang="en-PH">
                <a:latin typeface="Impact"/>
              </a:rPr>
              <a:t>Entity Relationship Diagram</a:t>
            </a:r>
            <a:endParaRPr lang="en-PH"/>
          </a:p>
          <a:p>
            <a:r>
              <a:rPr lang="en-PH">
                <a:latin typeface="Impact"/>
              </a:rPr>
              <a:t>(ERD)</a:t>
            </a:r>
            <a:endParaRPr lang="en-PH"/>
          </a:p>
        </p:txBody>
      </p:sp>
    </p:spTree>
    <p:extLst>
      <p:ext uri="{BB962C8B-B14F-4D97-AF65-F5344CB8AC3E}">
        <p14:creationId xmlns:p14="http://schemas.microsoft.com/office/powerpoint/2010/main" val="2245706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2C304-BBC0-2C69-D5C2-6A425C45AD68}"/>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30693EAA-BFDD-67CD-F6AF-04D988A3DF87}"/>
              </a:ext>
            </a:extLst>
          </p:cNvPr>
          <p:cNvSpPr>
            <a:spLocks noGrp="1"/>
          </p:cNvSpPr>
          <p:nvPr>
            <p:ph type="body" sz="quarter" idx="13"/>
          </p:nvPr>
        </p:nvSpPr>
        <p:spPr/>
        <p:txBody>
          <a:bodyPr/>
          <a:lstStyle/>
          <a:p>
            <a:r>
              <a:rPr lang="en-PH">
                <a:latin typeface="Impact"/>
              </a:rPr>
              <a:t>Architectural Diagram</a:t>
            </a:r>
            <a:endParaRPr lang="en-US"/>
          </a:p>
        </p:txBody>
      </p:sp>
      <p:pic>
        <p:nvPicPr>
          <p:cNvPr id="3" name="Picture 2">
            <a:extLst>
              <a:ext uri="{FF2B5EF4-FFF2-40B4-BE49-F238E27FC236}">
                <a16:creationId xmlns:a16="http://schemas.microsoft.com/office/drawing/2014/main" id="{AEF526B9-DC11-F09F-F84C-2ABD8EF2E582}"/>
              </a:ext>
            </a:extLst>
          </p:cNvPr>
          <p:cNvPicPr>
            <a:picLocks noChangeAspect="1"/>
          </p:cNvPicPr>
          <p:nvPr/>
        </p:nvPicPr>
        <p:blipFill>
          <a:blip r:embed="rId2"/>
          <a:stretch>
            <a:fillRect/>
          </a:stretch>
        </p:blipFill>
        <p:spPr>
          <a:xfrm>
            <a:off x="2545207" y="1944440"/>
            <a:ext cx="18128912" cy="11411858"/>
          </a:xfrm>
          <a:prstGeom prst="rect">
            <a:avLst/>
          </a:prstGeom>
        </p:spPr>
      </p:pic>
    </p:spTree>
    <p:extLst>
      <p:ext uri="{BB962C8B-B14F-4D97-AF65-F5344CB8AC3E}">
        <p14:creationId xmlns:p14="http://schemas.microsoft.com/office/powerpoint/2010/main" val="3859522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A5A2C-5FB6-4D5E-8244-62ACA22334AB}"/>
            </a:ext>
          </a:extLst>
        </p:cNvPr>
        <p:cNvGrpSpPr/>
        <p:nvPr/>
      </p:nvGrpSpPr>
      <p:grpSpPr>
        <a:xfrm>
          <a:off x="0" y="0"/>
          <a:ext cx="0" cy="0"/>
          <a:chOff x="0" y="0"/>
          <a:chExt cx="0" cy="0"/>
        </a:xfrm>
      </p:grpSpPr>
      <p:sp>
        <p:nvSpPr>
          <p:cNvPr id="10" name="Google Shape;78;p16">
            <a:extLst>
              <a:ext uri="{FF2B5EF4-FFF2-40B4-BE49-F238E27FC236}">
                <a16:creationId xmlns:a16="http://schemas.microsoft.com/office/drawing/2014/main" id="{B6DC4C5D-9253-541A-4FEB-38C0DAE54A31}"/>
              </a:ext>
            </a:extLst>
          </p:cNvPr>
          <p:cNvSpPr txBox="1"/>
          <p:nvPr/>
        </p:nvSpPr>
        <p:spPr>
          <a:xfrm>
            <a:off x="6550708" y="5948559"/>
            <a:ext cx="10860992" cy="1818882"/>
          </a:xfrm>
          <a:prstGeom prst="rect">
            <a:avLst/>
          </a:prstGeom>
          <a:noFill/>
          <a:ln>
            <a:noFill/>
          </a:ln>
        </p:spPr>
        <p:txBody>
          <a:bodyPr spcFirstLastPara="1" wrap="square" lIns="101600" tIns="101600" rIns="101600" bIns="101600" anchor="ctr" anchorCtr="0">
            <a:noAutofit/>
          </a:bodyPr>
          <a:lstStyle/>
          <a:p>
            <a:pPr>
              <a:buClr>
                <a:srgbClr val="FF0000"/>
              </a:buClr>
              <a:buSzPts val="9000"/>
            </a:pPr>
            <a:r>
              <a:rPr lang="en-US" sz="13200">
                <a:solidFill>
                  <a:srgbClr val="FF0000"/>
                </a:solidFill>
                <a:latin typeface="Impact"/>
                <a:ea typeface="Impact"/>
                <a:cs typeface="Impact"/>
                <a:sym typeface="Impact"/>
              </a:rPr>
              <a:t>SCREEN DETAILS</a:t>
            </a:r>
            <a:endParaRPr sz="13200">
              <a:solidFill>
                <a:srgbClr val="FF0000"/>
              </a:solidFill>
              <a:latin typeface="Impact"/>
              <a:ea typeface="Impact"/>
              <a:cs typeface="Impact"/>
              <a:sym typeface="Impact"/>
            </a:endParaRPr>
          </a:p>
        </p:txBody>
      </p:sp>
    </p:spTree>
    <p:extLst>
      <p:ext uri="{BB962C8B-B14F-4D97-AF65-F5344CB8AC3E}">
        <p14:creationId xmlns:p14="http://schemas.microsoft.com/office/powerpoint/2010/main" val="3005205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9F705-F495-5E32-DB56-EC3469D4A17D}"/>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882D1391-FECB-7845-279D-946CF1B8F2A7}"/>
              </a:ext>
            </a:extLst>
          </p:cNvPr>
          <p:cNvSpPr>
            <a:spLocks noGrp="1"/>
          </p:cNvSpPr>
          <p:nvPr>
            <p:ph type="body" sz="quarter" idx="13"/>
          </p:nvPr>
        </p:nvSpPr>
        <p:spPr/>
        <p:txBody>
          <a:bodyPr/>
          <a:lstStyle/>
          <a:p>
            <a:r>
              <a:rPr lang="en-PH"/>
              <a:t>Screen List</a:t>
            </a:r>
          </a:p>
        </p:txBody>
      </p:sp>
      <p:graphicFrame>
        <p:nvGraphicFramePr>
          <p:cNvPr id="3" name="Table 2">
            <a:extLst>
              <a:ext uri="{FF2B5EF4-FFF2-40B4-BE49-F238E27FC236}">
                <a16:creationId xmlns:a16="http://schemas.microsoft.com/office/drawing/2014/main" id="{6E318DFC-0436-0899-DCD4-95072A50B8CC}"/>
              </a:ext>
            </a:extLst>
          </p:cNvPr>
          <p:cNvGraphicFramePr>
            <a:graphicFrameLocks noGrp="1"/>
          </p:cNvGraphicFramePr>
          <p:nvPr>
            <p:extLst>
              <p:ext uri="{D42A27DB-BD31-4B8C-83A1-F6EECF244321}">
                <p14:modId xmlns:p14="http://schemas.microsoft.com/office/powerpoint/2010/main" val="1318597858"/>
              </p:ext>
            </p:extLst>
          </p:nvPr>
        </p:nvGraphicFramePr>
        <p:xfrm>
          <a:off x="850694" y="1988438"/>
          <a:ext cx="22359215" cy="10949547"/>
        </p:xfrm>
        <a:graphic>
          <a:graphicData uri="http://schemas.openxmlformats.org/drawingml/2006/table">
            <a:tbl>
              <a:tblPr bandRow="1">
                <a:tableStyleId>{5C22544A-7EE6-4342-B048-85BDC9FD1C3A}</a:tableStyleId>
              </a:tblPr>
              <a:tblGrid>
                <a:gridCol w="5868939">
                  <a:extLst>
                    <a:ext uri="{9D8B030D-6E8A-4147-A177-3AD203B41FA5}">
                      <a16:colId xmlns:a16="http://schemas.microsoft.com/office/drawing/2014/main" val="3716940257"/>
                    </a:ext>
                  </a:extLst>
                </a:gridCol>
                <a:gridCol w="7450480">
                  <a:extLst>
                    <a:ext uri="{9D8B030D-6E8A-4147-A177-3AD203B41FA5}">
                      <a16:colId xmlns:a16="http://schemas.microsoft.com/office/drawing/2014/main" val="4214331643"/>
                    </a:ext>
                  </a:extLst>
                </a:gridCol>
                <a:gridCol w="1853933">
                  <a:extLst>
                    <a:ext uri="{9D8B030D-6E8A-4147-A177-3AD203B41FA5}">
                      <a16:colId xmlns:a16="http://schemas.microsoft.com/office/drawing/2014/main" val="410810112"/>
                    </a:ext>
                  </a:extLst>
                </a:gridCol>
                <a:gridCol w="2777923">
                  <a:extLst>
                    <a:ext uri="{9D8B030D-6E8A-4147-A177-3AD203B41FA5}">
                      <a16:colId xmlns:a16="http://schemas.microsoft.com/office/drawing/2014/main" val="3696697068"/>
                    </a:ext>
                  </a:extLst>
                </a:gridCol>
                <a:gridCol w="4407940">
                  <a:extLst>
                    <a:ext uri="{9D8B030D-6E8A-4147-A177-3AD203B41FA5}">
                      <a16:colId xmlns:a16="http://schemas.microsoft.com/office/drawing/2014/main" val="1648016403"/>
                    </a:ext>
                  </a:extLst>
                </a:gridCol>
              </a:tblGrid>
              <a:tr h="473596">
                <a:tc rowSpan="2">
                  <a:txBody>
                    <a:bodyPr/>
                    <a:lstStyle/>
                    <a:p>
                      <a:pPr algn="ctr" fontAlgn="base">
                        <a:lnSpc>
                          <a:spcPts val="675"/>
                        </a:lnSpc>
                        <a:buNone/>
                      </a:pPr>
                      <a:r>
                        <a:rPr lang="en-US" sz="2000" b="1">
                          <a:effectLst/>
                          <a:latin typeface="Arial"/>
                        </a:rPr>
                        <a:t>SCREEN</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30051" cap="flat" cmpd="sng" algn="ctr">
                      <a:solidFill>
                        <a:srgbClr val="FFFFFF"/>
                      </a:solidFill>
                      <a:prstDash val="solid"/>
                      <a:round/>
                      <a:headEnd type="none" w="med" len="med"/>
                      <a:tailEnd type="none" w="med" len="med"/>
                    </a:lnB>
                    <a:solidFill>
                      <a:srgbClr val="EBB9B8"/>
                    </a:solidFill>
                  </a:tcPr>
                </a:tc>
                <a:tc rowSpan="2">
                  <a:txBody>
                    <a:bodyPr/>
                    <a:lstStyle/>
                    <a:p>
                      <a:pPr algn="ctr" fontAlgn="base">
                        <a:lnSpc>
                          <a:spcPts val="675"/>
                        </a:lnSpc>
                        <a:buNone/>
                      </a:pPr>
                      <a:r>
                        <a:rPr lang="en-US" sz="2000" b="1">
                          <a:effectLst/>
                          <a:latin typeface="Arial"/>
                        </a:rPr>
                        <a:t>DESCRIPTION</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30051" cap="flat" cmpd="sng" algn="ctr">
                      <a:solidFill>
                        <a:srgbClr val="FFFFFF"/>
                      </a:solidFill>
                      <a:prstDash val="solid"/>
                      <a:round/>
                      <a:headEnd type="none" w="med" len="med"/>
                      <a:tailEnd type="none" w="med" len="med"/>
                    </a:lnB>
                    <a:solidFill>
                      <a:srgbClr val="EBB9B8"/>
                    </a:solidFill>
                  </a:tcPr>
                </a:tc>
                <a:tc gridSpan="2">
                  <a:txBody>
                    <a:bodyPr/>
                    <a:lstStyle/>
                    <a:p>
                      <a:pPr algn="ctr" fontAlgn="base">
                        <a:lnSpc>
                          <a:spcPts val="675"/>
                        </a:lnSpc>
                        <a:buNone/>
                      </a:pPr>
                      <a:r>
                        <a:rPr lang="en-US" sz="2000" b="1">
                          <a:solidFill>
                            <a:srgbClr val="000000"/>
                          </a:solidFill>
                          <a:effectLst/>
                          <a:latin typeface="Arial"/>
                        </a:rPr>
                        <a:t>RIGHTS / PERMISSIONS</a:t>
                      </a:r>
                      <a:endParaRPr lang="en-US" sz="2000" b="1">
                        <a:solidFill>
                          <a:srgbClr val="FFFFFF"/>
                        </a:solidFill>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EBB9B8"/>
                    </a:solidFill>
                  </a:tcPr>
                </a:tc>
                <a:tc hMerge="1">
                  <a:txBody>
                    <a:bodyPr/>
                    <a:lstStyle/>
                    <a:p>
                      <a:endParaRPr lang="en-US"/>
                    </a:p>
                  </a:txBody>
                  <a:tcPr>
                    <a:lnL w="10011" cap="flat" cmpd="sng" algn="ctr">
                      <a:solidFill>
                        <a:srgbClr val="FFFFFF"/>
                      </a:solidFill>
                      <a:prstDash val="solid"/>
                      <a:round/>
                      <a:headEnd type="none" w="med" len="med"/>
                      <a:tailEnd type="none" w="med" len="med"/>
                    </a:lnL>
                  </a:tcPr>
                </a:tc>
                <a:tc rowSpan="2">
                  <a:txBody>
                    <a:bodyPr/>
                    <a:lstStyle/>
                    <a:p>
                      <a:pPr algn="ctr" fontAlgn="base">
                        <a:lnSpc>
                          <a:spcPts val="675"/>
                        </a:lnSpc>
                        <a:buNone/>
                      </a:pPr>
                      <a:r>
                        <a:rPr lang="en-US" sz="2000" b="1">
                          <a:solidFill>
                            <a:srgbClr val="000000"/>
                          </a:solidFill>
                          <a:effectLst/>
                          <a:latin typeface="Arial"/>
                        </a:rPr>
                        <a:t>REMARKS</a:t>
                      </a:r>
                      <a:endParaRPr lang="en-US" sz="2000" b="1">
                        <a:solidFill>
                          <a:srgbClr val="FFFFFF"/>
                        </a:solidFill>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30051" cap="flat" cmpd="sng" algn="ctr">
                      <a:solidFill>
                        <a:srgbClr val="FFFFFF"/>
                      </a:solidFill>
                      <a:prstDash val="solid"/>
                      <a:round/>
                      <a:headEnd type="none" w="med" len="med"/>
                      <a:tailEnd type="none" w="med" len="med"/>
                    </a:lnB>
                    <a:solidFill>
                      <a:srgbClr val="EBB9B8"/>
                    </a:solidFill>
                  </a:tcPr>
                </a:tc>
                <a:extLst>
                  <a:ext uri="{0D108BD9-81ED-4DB2-BD59-A6C34878D82A}">
                    <a16:rowId xmlns:a16="http://schemas.microsoft.com/office/drawing/2014/main" val="3215075590"/>
                  </a:ext>
                </a:extLst>
              </a:tr>
              <a:tr h="473596">
                <a:tc vMerge="1">
                  <a:txBody>
                    <a:bodyPr/>
                    <a:lstStyle/>
                    <a:p>
                      <a:endParaRPr lang="en-US"/>
                    </a:p>
                  </a:txBody>
                  <a:tcPr/>
                </a:tc>
                <a:tc vMerge="1">
                  <a:txBody>
                    <a:bodyPr/>
                    <a:lstStyle/>
                    <a:p>
                      <a:endParaRPr lang="en-US"/>
                    </a:p>
                  </a:txBody>
                  <a:tcPr/>
                </a:tc>
                <a:tc>
                  <a:txBody>
                    <a:bodyPr/>
                    <a:lstStyle/>
                    <a:p>
                      <a:pPr algn="ctr" fontAlgn="base">
                        <a:lnSpc>
                          <a:spcPts val="675"/>
                        </a:lnSpc>
                        <a:buNone/>
                      </a:pPr>
                      <a:r>
                        <a:rPr lang="en-US" sz="2000">
                          <a:effectLst/>
                          <a:latin typeface="Arial"/>
                        </a:rPr>
                        <a:t>ADMIN</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30051" cap="flat" cmpd="sng" algn="ctr">
                      <a:solidFill>
                        <a:srgbClr val="FFFFFF"/>
                      </a:solidFill>
                      <a:prstDash val="solid"/>
                      <a:round/>
                      <a:headEnd type="none" w="med" len="med"/>
                      <a:tailEnd type="none" w="med" len="med"/>
                    </a:lnB>
                    <a:solidFill>
                      <a:srgbClr val="EBB9B8"/>
                    </a:solidFill>
                  </a:tcPr>
                </a:tc>
                <a:tc>
                  <a:txBody>
                    <a:bodyPr/>
                    <a:lstStyle/>
                    <a:p>
                      <a:pPr algn="ctr" fontAlgn="base">
                        <a:lnSpc>
                          <a:spcPts val="675"/>
                        </a:lnSpc>
                        <a:buNone/>
                      </a:pPr>
                      <a:r>
                        <a:rPr lang="en-US" sz="2000">
                          <a:effectLst/>
                          <a:latin typeface="Arial"/>
                        </a:rPr>
                        <a:t>USER</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B w="30051" cap="flat" cmpd="sng" algn="ctr">
                      <a:solidFill>
                        <a:srgbClr val="FFFFFF"/>
                      </a:solidFill>
                      <a:prstDash val="solid"/>
                      <a:round/>
                      <a:headEnd type="none" w="med" len="med"/>
                      <a:tailEnd type="none" w="med" len="med"/>
                    </a:lnB>
                    <a:solidFill>
                      <a:srgbClr val="EBB9B8"/>
                    </a:solidFill>
                  </a:tcPr>
                </a:tc>
                <a:tc vMerge="1">
                  <a:txBody>
                    <a:bodyPr/>
                    <a:lstStyle/>
                    <a:p>
                      <a:endParaRPr lang="en-US"/>
                    </a:p>
                  </a:txBody>
                  <a:tcPr/>
                </a:tc>
                <a:extLst>
                  <a:ext uri="{0D108BD9-81ED-4DB2-BD59-A6C34878D82A}">
                    <a16:rowId xmlns:a16="http://schemas.microsoft.com/office/drawing/2014/main" val="2037914312"/>
                  </a:ext>
                </a:extLst>
              </a:tr>
              <a:tr h="909305">
                <a:tc>
                  <a:txBody>
                    <a:bodyPr/>
                    <a:lstStyle/>
                    <a:p>
                      <a:pPr fontAlgn="base">
                        <a:lnSpc>
                          <a:spcPts val="675"/>
                        </a:lnSpc>
                        <a:buNone/>
                      </a:pPr>
                      <a:r>
                        <a:rPr lang="en-US" sz="2000" b="1">
                          <a:effectLst/>
                          <a:latin typeface="Arial"/>
                        </a:rPr>
                        <a:t>1.0 Landing Page</a:t>
                      </a: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3005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ct val="100000"/>
                        </a:lnSpc>
                        <a:buNone/>
                      </a:pPr>
                      <a:r>
                        <a:rPr lang="en-US" sz="2000" b="0" i="0" u="none" strike="noStrike" noProof="0">
                          <a:effectLst/>
                        </a:rPr>
                        <a:t>Initial page displayed when accessing the system</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3005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3005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3005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3005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950365241"/>
                  </a:ext>
                </a:extLst>
              </a:tr>
              <a:tr h="909305">
                <a:tc>
                  <a:txBody>
                    <a:bodyPr/>
                    <a:lstStyle/>
                    <a:p>
                      <a:pPr lvl="0">
                        <a:lnSpc>
                          <a:spcPts val="675"/>
                        </a:lnSpc>
                        <a:buNone/>
                      </a:pPr>
                      <a:r>
                        <a:rPr lang="en-US" sz="2000" b="1" i="0" u="none" strike="noStrike" noProof="0">
                          <a:effectLst/>
                        </a:rPr>
                        <a:t>2.0 </a:t>
                      </a:r>
                      <a:r>
                        <a:rPr lang="en-US" sz="2000" b="0" i="0" u="none" strike="noStrike" noProof="0">
                          <a:effectLst/>
                        </a:rPr>
                        <a:t>Authentication</a:t>
                      </a:r>
                    </a:p>
                  </a:txBody>
                  <a:tcPr marL="26994" marR="26994" marT="84448"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lnSpc>
                          <a:spcPct val="100000"/>
                        </a:lnSpc>
                        <a:buNone/>
                      </a:pPr>
                      <a:r>
                        <a:rPr lang="en-US" sz="2000" b="0" i="0" u="none" strike="noStrike" noProof="0">
                          <a:effectLst/>
                          <a:latin typeface="Arial"/>
                        </a:rPr>
                        <a:t>Authentication and user access management</a:t>
                      </a:r>
                      <a:endParaRPr lang="en-US"/>
                    </a:p>
                  </a:txBody>
                  <a:tcPr marL="45720" marR="45720"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lgn="ctr">
                        <a:buNone/>
                      </a:pPr>
                      <a:r>
                        <a:rPr lang="en-US" sz="2000">
                          <a:effectLst/>
                          <a:latin typeface="Arial"/>
                        </a:rPr>
                        <a:t>x</a:t>
                      </a:r>
                    </a:p>
                  </a:txBody>
                  <a:tcPr marL="26994" marR="26994" marT="84448"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lgn="ctr">
                        <a:buNone/>
                      </a:pPr>
                      <a:r>
                        <a:rPr lang="en-US" sz="2000">
                          <a:effectLst/>
                          <a:latin typeface="Arial"/>
                        </a:rPr>
                        <a:t>x</a:t>
                      </a:r>
                    </a:p>
                  </a:txBody>
                  <a:tcPr marL="26994" marR="26994" marT="84448"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buNone/>
                      </a:pPr>
                      <a:endParaRPr lang="en-US" sz="2000">
                        <a:effectLst/>
                        <a:latin typeface="Arial"/>
                      </a:endParaRPr>
                    </a:p>
                  </a:txBody>
                  <a:tcPr marL="26994" marR="26994" marT="84448"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extLst>
                  <a:ext uri="{0D108BD9-81ED-4DB2-BD59-A6C34878D82A}">
                    <a16:rowId xmlns:a16="http://schemas.microsoft.com/office/drawing/2014/main" val="2916705287"/>
                  </a:ext>
                </a:extLst>
              </a:tr>
              <a:tr h="909305">
                <a:tc>
                  <a:txBody>
                    <a:bodyPr/>
                    <a:lstStyle/>
                    <a:p>
                      <a:pPr fontAlgn="base">
                        <a:lnSpc>
                          <a:spcPts val="675"/>
                        </a:lnSpc>
                        <a:buNone/>
                      </a:pPr>
                      <a:r>
                        <a:rPr lang="en-US" sz="2000" b="1">
                          <a:effectLst/>
                          <a:latin typeface="Arial"/>
                        </a:rPr>
                        <a:t>2.1 </a:t>
                      </a:r>
                      <a:r>
                        <a:rPr lang="en-US" sz="2000" b="0" i="0" u="none" strike="noStrike" noProof="0">
                          <a:effectLst/>
                        </a:rPr>
                        <a:t>Login Page</a:t>
                      </a:r>
                      <a:endParaRPr lang="en-US" sz="2000" b="1">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ct val="100000"/>
                        </a:lnSpc>
                        <a:buNone/>
                      </a:pPr>
                      <a:r>
                        <a:rPr lang="en-US" sz="2000" b="0" i="0" u="none" strike="noStrike" noProof="0">
                          <a:effectLst/>
                        </a:rPr>
                        <a:t>Authentication screen for system access</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3031826199"/>
                  </a:ext>
                </a:extLst>
              </a:tr>
              <a:tr h="909305">
                <a:tc>
                  <a:txBody>
                    <a:bodyPr/>
                    <a:lstStyle/>
                    <a:p>
                      <a:pPr fontAlgn="base">
                        <a:lnSpc>
                          <a:spcPts val="675"/>
                        </a:lnSpc>
                        <a:buNone/>
                      </a:pPr>
                      <a:r>
                        <a:rPr lang="en-US" sz="2000" b="1">
                          <a:effectLst/>
                          <a:latin typeface="Arial"/>
                        </a:rPr>
                        <a:t>2.2 </a:t>
                      </a:r>
                      <a:r>
                        <a:rPr lang="en-US" sz="2000" b="0" i="0" u="none" strike="noStrike" noProof="0">
                          <a:effectLst/>
                        </a:rPr>
                        <a:t>Register/Signup</a:t>
                      </a:r>
                      <a:endParaRPr lang="en-US" sz="2000" b="1">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ct val="100000"/>
                        </a:lnSpc>
                        <a:buNone/>
                      </a:pPr>
                      <a:r>
                        <a:rPr lang="en-US" sz="2000" b="0" i="0" u="none" strike="noStrike" noProof="0">
                          <a:effectLst/>
                        </a:rPr>
                        <a:t>User registration and account creation</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781802600"/>
                  </a:ext>
                </a:extLst>
              </a:tr>
              <a:tr h="909305">
                <a:tc>
                  <a:txBody>
                    <a:bodyPr/>
                    <a:lstStyle/>
                    <a:p>
                      <a:pPr fontAlgn="base">
                        <a:lnSpc>
                          <a:spcPts val="675"/>
                        </a:lnSpc>
                        <a:buNone/>
                      </a:pPr>
                      <a:r>
                        <a:rPr lang="en-US" sz="2000" b="1">
                          <a:effectLst/>
                          <a:latin typeface="Arial"/>
                        </a:rPr>
                        <a:t>3.0 </a:t>
                      </a:r>
                      <a:r>
                        <a:rPr lang="en-US" sz="2000" b="0" i="0" u="none" strike="noStrike" noProof="0">
                          <a:solidFill>
                            <a:srgbClr val="000000"/>
                          </a:solidFill>
                          <a:effectLst/>
                          <a:latin typeface="Arial"/>
                        </a:rPr>
                        <a:t>Borrowing System</a:t>
                      </a:r>
                      <a:endParaRPr lang="en-US" sz="2000" b="0" i="0" u="none" strike="noStrike" noProof="0">
                        <a:effectLst/>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ct val="100000"/>
                        </a:lnSpc>
                        <a:buNone/>
                      </a:pPr>
                      <a:r>
                        <a:rPr lang="en-US" sz="2000" b="0" i="0" u="none" strike="noStrike" noProof="0">
                          <a:effectLst/>
                        </a:rPr>
                        <a:t>Interface for borrowing and returning books</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728506196"/>
                  </a:ext>
                </a:extLst>
              </a:tr>
              <a:tr h="909305">
                <a:tc>
                  <a:txBody>
                    <a:bodyPr/>
                    <a:lstStyle/>
                    <a:p>
                      <a:pPr fontAlgn="base">
                        <a:lnSpc>
                          <a:spcPts val="675"/>
                        </a:lnSpc>
                        <a:buNone/>
                      </a:pPr>
                      <a:r>
                        <a:rPr lang="en-US" sz="2000" b="1">
                          <a:effectLst/>
                          <a:latin typeface="Arial"/>
                        </a:rPr>
                        <a:t>4.0  </a:t>
                      </a:r>
                      <a:r>
                        <a:rPr lang="en-US" sz="2000" b="0" i="0" u="none" strike="noStrike" noProof="0">
                          <a:effectLst/>
                        </a:rPr>
                        <a:t>DASHBOARD</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ct val="100000"/>
                        </a:lnSpc>
                        <a:buNone/>
                      </a:pPr>
                      <a:r>
                        <a:rPr lang="en-US" sz="2000" b="0" i="0" u="none" strike="noStrike" noProof="0">
                          <a:effectLst/>
                          <a:latin typeface="Arial"/>
                        </a:rPr>
                        <a:t>Main overview screen showing system statistics and quick access</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3928274349"/>
                  </a:ext>
                </a:extLst>
              </a:tr>
              <a:tr h="909305">
                <a:tc>
                  <a:txBody>
                    <a:bodyPr/>
                    <a:lstStyle/>
                    <a:p>
                      <a:pPr fontAlgn="base">
                        <a:lnSpc>
                          <a:spcPts val="675"/>
                        </a:lnSpc>
                        <a:buNone/>
                      </a:pPr>
                      <a:r>
                        <a:rPr lang="en-US" sz="2000" b="1">
                          <a:effectLst/>
                          <a:latin typeface="Arial"/>
                        </a:rPr>
                        <a:t>5.0  </a:t>
                      </a:r>
                      <a:r>
                        <a:rPr lang="en-US" sz="2000" b="0" i="0" u="none" strike="noStrike" noProof="0">
                          <a:effectLst/>
                        </a:rPr>
                        <a:t>USER MANAGEMENT</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ct val="100000"/>
                        </a:lnSpc>
                        <a:buNone/>
                      </a:pPr>
                      <a:r>
                        <a:rPr lang="en-US" sz="2000" b="0" i="0" u="none" strike="noStrike" noProof="0">
                          <a:effectLst/>
                        </a:rPr>
                        <a:t>Manage user accounts, roles, and permissions</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3517927117"/>
                  </a:ext>
                </a:extLst>
              </a:tr>
              <a:tr h="909305">
                <a:tc>
                  <a:txBody>
                    <a:bodyPr/>
                    <a:lstStyle/>
                    <a:p>
                      <a:pPr lvl="0">
                        <a:lnSpc>
                          <a:spcPts val="675"/>
                        </a:lnSpc>
                        <a:buNone/>
                      </a:pPr>
                      <a:r>
                        <a:rPr lang="en-US" sz="2000" b="1" i="0" u="none" strike="noStrike" noProof="0">
                          <a:effectLst/>
                        </a:rPr>
                        <a:t>6.0</a:t>
                      </a:r>
                      <a:r>
                        <a:rPr lang="en-US" sz="2000" b="0" i="0" u="none" strike="noStrike" noProof="0">
                          <a:effectLst/>
                        </a:rPr>
                        <a:t> NOTIFICATION (ADMIN)</a:t>
                      </a:r>
                    </a:p>
                  </a:txBody>
                  <a:tcPr marL="26994" marR="26994" marT="84448"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ct val="100000"/>
                        </a:lnSpc>
                        <a:buNone/>
                      </a:pPr>
                      <a:r>
                        <a:rPr lang="en-US" sz="2000" b="0" i="0" u="none" strike="noStrike" noProof="0">
                          <a:effectLst/>
                          <a:latin typeface="Arial"/>
                        </a:rPr>
                        <a:t>Set up and manage email notification templates and triggers</a:t>
                      </a:r>
                      <a:endParaRPr lang="en-US"/>
                    </a:p>
                  </a:txBody>
                  <a:tcPr marL="45720" marR="45720"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r>
                        <a:rPr lang="en-US" sz="2000">
                          <a:effectLst/>
                          <a:latin typeface="Arial"/>
                        </a:rPr>
                        <a:t>x</a:t>
                      </a:r>
                    </a:p>
                  </a:txBody>
                  <a:tcPr marL="26994" marR="26994" marT="84448"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endParaRPr lang="en-US" sz="2000">
                        <a:effectLst/>
                        <a:latin typeface="Arial"/>
                      </a:endParaRPr>
                    </a:p>
                  </a:txBody>
                  <a:tcPr marL="26994" marR="26994" marT="84448"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buNone/>
                      </a:pPr>
                      <a:endParaRPr lang="en-US" sz="2000">
                        <a:effectLst/>
                        <a:latin typeface="Arial"/>
                      </a:endParaRPr>
                    </a:p>
                  </a:txBody>
                  <a:tcPr marL="26994" marR="26994" marT="84448"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888597344"/>
                  </a:ext>
                </a:extLst>
              </a:tr>
              <a:tr h="909305">
                <a:tc>
                  <a:txBody>
                    <a:bodyPr/>
                    <a:lstStyle/>
                    <a:p>
                      <a:pPr lvl="0">
                        <a:lnSpc>
                          <a:spcPts val="675"/>
                        </a:lnSpc>
                        <a:buNone/>
                      </a:pPr>
                      <a:r>
                        <a:rPr lang="en-US" sz="2000" b="1" i="0" u="none" strike="noStrike" noProof="0">
                          <a:effectLst/>
                        </a:rPr>
                        <a:t>7.0</a:t>
                      </a:r>
                      <a:r>
                        <a:rPr lang="en-US" sz="2000" b="0" i="0" u="none" strike="noStrike" noProof="0">
                          <a:effectLst/>
                        </a:rPr>
                        <a:t> NOTIFICATION (USERS)</a:t>
                      </a:r>
                    </a:p>
                  </a:txBody>
                  <a:tcPr marL="26994" marR="26994" marT="84447" marB="26994" anchor="ctr">
                    <a:lnL w="10011">
                      <a:solidFill>
                        <a:srgbClr val="FFFFFF"/>
                      </a:solidFill>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ct val="100000"/>
                        </a:lnSpc>
                        <a:buNone/>
                      </a:pPr>
                      <a:r>
                        <a:rPr lang="en-US" sz="2000" b="0" i="0" u="none" strike="noStrike" noProof="0">
                          <a:effectLst/>
                          <a:latin typeface="Arial"/>
                        </a:rPr>
                        <a:t>User interface for viewing and managing notifications</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r>
                        <a:rPr lang="en-US" sz="2000">
                          <a:effectLst/>
                          <a:latin typeface="Arial"/>
                        </a:rPr>
                        <a:t>x</a:t>
                      </a:r>
                    </a:p>
                  </a:txBody>
                  <a:tcPr marL="26994" marR="26994" marT="84447"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r>
                        <a:rPr lang="en-US" sz="2000">
                          <a:effectLst/>
                          <a:latin typeface="Arial"/>
                        </a:rPr>
                        <a:t>x</a:t>
                      </a:r>
                    </a:p>
                  </a:txBody>
                  <a:tcPr marL="26994" marR="26994" marT="84447"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buNone/>
                      </a:pPr>
                      <a:endParaRPr lang="en-US" sz="2000">
                        <a:effectLst/>
                        <a:latin typeface="Arial"/>
                      </a:endParaRPr>
                    </a:p>
                  </a:txBody>
                  <a:tcPr marL="26994" marR="26994" marT="84447" marB="26994" anchor="ctr">
                    <a:lnL w="10011" cap="flat" cmpd="sng" algn="ctr">
                      <a:solidFill>
                        <a:srgbClr val="FFFFFF"/>
                      </a:solidFill>
                      <a:prstDash val="solid"/>
                      <a:round/>
                      <a:headEnd type="none" w="med" len="med"/>
                      <a:tailEnd type="none" w="med" len="med"/>
                    </a:lnL>
                    <a:lnR w="10011">
                      <a:solidFill>
                        <a:srgbClr val="FFFFFF"/>
                      </a:solidFill>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3296116450"/>
                  </a:ext>
                </a:extLst>
              </a:tr>
              <a:tr h="909305">
                <a:tc>
                  <a:txBody>
                    <a:bodyPr/>
                    <a:lstStyle/>
                    <a:p>
                      <a:pPr lvl="0">
                        <a:lnSpc>
                          <a:spcPts val="675"/>
                        </a:lnSpc>
                        <a:buNone/>
                      </a:pPr>
                      <a:r>
                        <a:rPr lang="en-US" sz="2000" b="1" i="0" u="none" strike="noStrike" noProof="0">
                          <a:effectLst/>
                        </a:rPr>
                        <a:t>7.1</a:t>
                      </a:r>
                      <a:r>
                        <a:rPr lang="en-US" sz="2000" b="0" i="0" u="none" strike="noStrike" noProof="0">
                          <a:effectLst/>
                        </a:rPr>
                        <a:t> </a:t>
                      </a:r>
                      <a:r>
                        <a:rPr lang="en-US" sz="2000" b="0" i="0" u="none" strike="noStrike" noProof="0">
                          <a:effectLst/>
                          <a:latin typeface="Arial"/>
                        </a:rPr>
                        <a:t>Notification Dropdown</a:t>
                      </a:r>
                      <a:endParaRPr lang="en-US" sz="2000" b="0" i="0" u="none" strike="noStrike" noProof="0">
                        <a:effectLst/>
                      </a:endParaRPr>
                    </a:p>
                  </a:txBody>
                  <a:tcPr marL="26994" marR="26994" marT="84447"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ct val="100000"/>
                        </a:lnSpc>
                        <a:buNone/>
                      </a:pPr>
                      <a:r>
                        <a:rPr lang="en-US" sz="2000" b="0" i="0" u="none" strike="noStrike" noProof="0">
                          <a:effectLst/>
                        </a:rPr>
                        <a:t>Quick access dropdown for recent notifications</a:t>
                      </a:r>
                      <a:endParaRPr lang="en-US"/>
                    </a:p>
                  </a:txBody>
                  <a:tcPr marL="45720" marR="45720"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r>
                        <a:rPr lang="en-US" sz="2000">
                          <a:effectLst/>
                          <a:latin typeface="Arial"/>
                        </a:rPr>
                        <a:t>x</a:t>
                      </a:r>
                    </a:p>
                  </a:txBody>
                  <a:tcPr marL="26994" marR="26994" marT="84447"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r>
                        <a:rPr lang="en-US" sz="2000">
                          <a:effectLst/>
                          <a:latin typeface="Arial"/>
                        </a:rPr>
                        <a:t>x</a:t>
                      </a:r>
                    </a:p>
                  </a:txBody>
                  <a:tcPr marL="26994" marR="26994" marT="84447"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buNone/>
                      </a:pPr>
                      <a:endParaRPr lang="en-US" sz="2000">
                        <a:effectLst/>
                        <a:latin typeface="Arial"/>
                      </a:endParaRPr>
                    </a:p>
                  </a:txBody>
                  <a:tcPr marL="26994" marR="26994" marT="84447"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523814081"/>
                  </a:ext>
                </a:extLst>
              </a:tr>
              <a:tr h="909305">
                <a:tc>
                  <a:txBody>
                    <a:bodyPr/>
                    <a:lstStyle/>
                    <a:p>
                      <a:pPr lvl="0">
                        <a:lnSpc>
                          <a:spcPts val="675"/>
                        </a:lnSpc>
                        <a:buNone/>
                      </a:pPr>
                      <a:r>
                        <a:rPr lang="en-US" sz="2000" b="1" i="0" u="none" strike="noStrike" noProof="0">
                          <a:effectLst/>
                          <a:latin typeface="Arial"/>
                        </a:rPr>
                        <a:t>7.2</a:t>
                      </a:r>
                      <a:r>
                        <a:rPr lang="en-US" sz="2000" b="0" i="0" u="none" strike="noStrike" noProof="0">
                          <a:effectLst/>
                          <a:latin typeface="Arial"/>
                        </a:rPr>
                        <a:t> Notification Page</a:t>
                      </a:r>
                    </a:p>
                  </a:txBody>
                  <a:tcPr marL="26994" marR="26994" marT="84447"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lnSpc>
                          <a:spcPct val="100000"/>
                        </a:lnSpc>
                        <a:buNone/>
                      </a:pPr>
                      <a:r>
                        <a:rPr lang="en-US" sz="2000" b="0" i="0" u="none" strike="noStrike" noProof="0">
                          <a:effectLst/>
                        </a:rPr>
                        <a:t>Displays all notifications</a:t>
                      </a:r>
                    </a:p>
                  </a:txBody>
                  <a:tcPr marL="45720" marR="45720"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lgn="ctr">
                        <a:buNone/>
                      </a:pPr>
                      <a:r>
                        <a:rPr lang="en-US" sz="2000">
                          <a:effectLst/>
                          <a:latin typeface="Arial"/>
                        </a:rPr>
                        <a:t>x</a:t>
                      </a:r>
                    </a:p>
                  </a:txBody>
                  <a:tcPr marL="26994" marR="26994" marT="84447"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lgn="ctr">
                        <a:buNone/>
                      </a:pPr>
                      <a:r>
                        <a:rPr lang="en-US" sz="2000">
                          <a:effectLst/>
                          <a:latin typeface="Arial"/>
                        </a:rPr>
                        <a:t>x</a:t>
                      </a:r>
                    </a:p>
                  </a:txBody>
                  <a:tcPr marL="26994" marR="26994" marT="84447"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buNone/>
                      </a:pPr>
                      <a:endParaRPr lang="en-US" sz="2000">
                        <a:effectLst/>
                        <a:latin typeface="Arial"/>
                      </a:endParaRPr>
                    </a:p>
                  </a:txBody>
                  <a:tcPr marL="26994" marR="26994" marT="84447"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extLst>
                  <a:ext uri="{0D108BD9-81ED-4DB2-BD59-A6C34878D82A}">
                    <a16:rowId xmlns:a16="http://schemas.microsoft.com/office/drawing/2014/main" val="3307994153"/>
                  </a:ext>
                </a:extLst>
              </a:tr>
            </a:tbl>
          </a:graphicData>
        </a:graphic>
      </p:graphicFrame>
    </p:spTree>
    <p:extLst>
      <p:ext uri="{BB962C8B-B14F-4D97-AF65-F5344CB8AC3E}">
        <p14:creationId xmlns:p14="http://schemas.microsoft.com/office/powerpoint/2010/main" val="210300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244AC-411A-9BE8-FF63-6A5E325A8D9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44C5789B-C3A6-B02C-6652-A3F938BDA796}"/>
              </a:ext>
            </a:extLst>
          </p:cNvPr>
          <p:cNvSpPr>
            <a:spLocks noGrp="1"/>
          </p:cNvSpPr>
          <p:nvPr>
            <p:ph type="body" sz="quarter" idx="13"/>
          </p:nvPr>
        </p:nvSpPr>
        <p:spPr/>
        <p:txBody>
          <a:bodyPr/>
          <a:lstStyle/>
          <a:p>
            <a:r>
              <a:rPr lang="en-PH"/>
              <a:t>Screen List</a:t>
            </a:r>
          </a:p>
        </p:txBody>
      </p:sp>
      <p:graphicFrame>
        <p:nvGraphicFramePr>
          <p:cNvPr id="3" name="Table 2">
            <a:extLst>
              <a:ext uri="{FF2B5EF4-FFF2-40B4-BE49-F238E27FC236}">
                <a16:creationId xmlns:a16="http://schemas.microsoft.com/office/drawing/2014/main" id="{209DBD24-1EDE-B61A-3C92-96DE90D14519}"/>
              </a:ext>
            </a:extLst>
          </p:cNvPr>
          <p:cNvGraphicFramePr>
            <a:graphicFrameLocks noGrp="1"/>
          </p:cNvGraphicFramePr>
          <p:nvPr>
            <p:extLst>
              <p:ext uri="{D42A27DB-BD31-4B8C-83A1-F6EECF244321}">
                <p14:modId xmlns:p14="http://schemas.microsoft.com/office/powerpoint/2010/main" val="3860466294"/>
              </p:ext>
            </p:extLst>
          </p:nvPr>
        </p:nvGraphicFramePr>
        <p:xfrm>
          <a:off x="850694" y="2574407"/>
          <a:ext cx="22663073" cy="10424587"/>
        </p:xfrm>
        <a:graphic>
          <a:graphicData uri="http://schemas.openxmlformats.org/drawingml/2006/table">
            <a:tbl>
              <a:tblPr bandRow="1">
                <a:tableStyleId>{5C22544A-7EE6-4342-B048-85BDC9FD1C3A}</a:tableStyleId>
              </a:tblPr>
              <a:tblGrid>
                <a:gridCol w="5948696">
                  <a:extLst>
                    <a:ext uri="{9D8B030D-6E8A-4147-A177-3AD203B41FA5}">
                      <a16:colId xmlns:a16="http://schemas.microsoft.com/office/drawing/2014/main" val="3716940257"/>
                    </a:ext>
                  </a:extLst>
                </a:gridCol>
                <a:gridCol w="6790220">
                  <a:extLst>
                    <a:ext uri="{9D8B030D-6E8A-4147-A177-3AD203B41FA5}">
                      <a16:colId xmlns:a16="http://schemas.microsoft.com/office/drawing/2014/main" val="4214331643"/>
                    </a:ext>
                  </a:extLst>
                </a:gridCol>
                <a:gridCol w="2640638">
                  <a:extLst>
                    <a:ext uri="{9D8B030D-6E8A-4147-A177-3AD203B41FA5}">
                      <a16:colId xmlns:a16="http://schemas.microsoft.com/office/drawing/2014/main" val="410810112"/>
                    </a:ext>
                  </a:extLst>
                </a:gridCol>
                <a:gridCol w="2437511">
                  <a:extLst>
                    <a:ext uri="{9D8B030D-6E8A-4147-A177-3AD203B41FA5}">
                      <a16:colId xmlns:a16="http://schemas.microsoft.com/office/drawing/2014/main" val="3696697068"/>
                    </a:ext>
                  </a:extLst>
                </a:gridCol>
                <a:gridCol w="4846008">
                  <a:extLst>
                    <a:ext uri="{9D8B030D-6E8A-4147-A177-3AD203B41FA5}">
                      <a16:colId xmlns:a16="http://schemas.microsoft.com/office/drawing/2014/main" val="1648016403"/>
                    </a:ext>
                  </a:extLst>
                </a:gridCol>
              </a:tblGrid>
              <a:tr h="533873">
                <a:tc rowSpan="2">
                  <a:txBody>
                    <a:bodyPr/>
                    <a:lstStyle/>
                    <a:p>
                      <a:pPr algn="ctr" fontAlgn="base">
                        <a:lnSpc>
                          <a:spcPts val="675"/>
                        </a:lnSpc>
                        <a:buNone/>
                      </a:pPr>
                      <a:r>
                        <a:rPr lang="en-US" sz="2000" b="1">
                          <a:effectLst/>
                          <a:latin typeface="Arial"/>
                        </a:rPr>
                        <a:t>SCREEN</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30051" cap="flat" cmpd="sng" algn="ctr">
                      <a:solidFill>
                        <a:srgbClr val="FFFFFF"/>
                      </a:solidFill>
                      <a:prstDash val="solid"/>
                      <a:round/>
                      <a:headEnd type="none" w="med" len="med"/>
                      <a:tailEnd type="none" w="med" len="med"/>
                    </a:lnB>
                    <a:solidFill>
                      <a:srgbClr val="EBB9B8"/>
                    </a:solidFill>
                  </a:tcPr>
                </a:tc>
                <a:tc rowSpan="2">
                  <a:txBody>
                    <a:bodyPr/>
                    <a:lstStyle/>
                    <a:p>
                      <a:pPr algn="ctr" fontAlgn="base">
                        <a:lnSpc>
                          <a:spcPts val="675"/>
                        </a:lnSpc>
                        <a:buNone/>
                      </a:pPr>
                      <a:r>
                        <a:rPr lang="en-US" sz="2000" b="1">
                          <a:effectLst/>
                          <a:latin typeface="Arial"/>
                        </a:rPr>
                        <a:t>DESCRIPTION</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30051" cap="flat" cmpd="sng" algn="ctr">
                      <a:solidFill>
                        <a:srgbClr val="FFFFFF"/>
                      </a:solidFill>
                      <a:prstDash val="solid"/>
                      <a:round/>
                      <a:headEnd type="none" w="med" len="med"/>
                      <a:tailEnd type="none" w="med" len="med"/>
                    </a:lnB>
                    <a:solidFill>
                      <a:srgbClr val="EBB9B8"/>
                    </a:solidFill>
                  </a:tcPr>
                </a:tc>
                <a:tc gridSpan="2">
                  <a:txBody>
                    <a:bodyPr/>
                    <a:lstStyle/>
                    <a:p>
                      <a:pPr algn="ctr" fontAlgn="base">
                        <a:lnSpc>
                          <a:spcPts val="675"/>
                        </a:lnSpc>
                        <a:buNone/>
                      </a:pPr>
                      <a:r>
                        <a:rPr lang="en-US" sz="2000" b="1">
                          <a:solidFill>
                            <a:srgbClr val="000000"/>
                          </a:solidFill>
                          <a:effectLst/>
                          <a:latin typeface="Arial"/>
                        </a:rPr>
                        <a:t>RIGHTS / PERMISSIONS</a:t>
                      </a:r>
                      <a:endParaRPr lang="en-US" sz="2000" b="1">
                        <a:solidFill>
                          <a:srgbClr val="FFFFFF"/>
                        </a:solidFill>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EBB9B8"/>
                    </a:solidFill>
                  </a:tcPr>
                </a:tc>
                <a:tc hMerge="1">
                  <a:txBody>
                    <a:bodyPr/>
                    <a:lstStyle/>
                    <a:p>
                      <a:endParaRPr lang="en-US"/>
                    </a:p>
                  </a:txBody>
                  <a:tcPr>
                    <a:lnL w="10011" cap="flat" cmpd="sng" algn="ctr">
                      <a:solidFill>
                        <a:srgbClr val="FFFFFF"/>
                      </a:solidFill>
                      <a:prstDash val="solid"/>
                      <a:round/>
                      <a:headEnd type="none" w="med" len="med"/>
                      <a:tailEnd type="none" w="med" len="med"/>
                    </a:lnL>
                  </a:tcPr>
                </a:tc>
                <a:tc rowSpan="2">
                  <a:txBody>
                    <a:bodyPr/>
                    <a:lstStyle/>
                    <a:p>
                      <a:pPr algn="ctr" fontAlgn="base">
                        <a:lnSpc>
                          <a:spcPts val="675"/>
                        </a:lnSpc>
                        <a:buNone/>
                      </a:pPr>
                      <a:r>
                        <a:rPr lang="en-US" sz="2000" b="1">
                          <a:solidFill>
                            <a:srgbClr val="000000"/>
                          </a:solidFill>
                          <a:effectLst/>
                          <a:latin typeface="Arial"/>
                        </a:rPr>
                        <a:t>REMARKS</a:t>
                      </a:r>
                      <a:endParaRPr lang="en-US" sz="2000" b="1">
                        <a:solidFill>
                          <a:srgbClr val="FFFFFF"/>
                        </a:solidFill>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30051" cap="flat" cmpd="sng" algn="ctr">
                      <a:solidFill>
                        <a:srgbClr val="FFFFFF"/>
                      </a:solidFill>
                      <a:prstDash val="solid"/>
                      <a:round/>
                      <a:headEnd type="none" w="med" len="med"/>
                      <a:tailEnd type="none" w="med" len="med"/>
                    </a:lnB>
                    <a:solidFill>
                      <a:srgbClr val="EBB9B8"/>
                    </a:solidFill>
                  </a:tcPr>
                </a:tc>
                <a:extLst>
                  <a:ext uri="{0D108BD9-81ED-4DB2-BD59-A6C34878D82A}">
                    <a16:rowId xmlns:a16="http://schemas.microsoft.com/office/drawing/2014/main" val="3215075590"/>
                  </a:ext>
                </a:extLst>
              </a:tr>
              <a:tr h="533873">
                <a:tc vMerge="1">
                  <a:txBody>
                    <a:bodyPr/>
                    <a:lstStyle/>
                    <a:p>
                      <a:endParaRPr lang="en-US"/>
                    </a:p>
                  </a:txBody>
                  <a:tcPr/>
                </a:tc>
                <a:tc vMerge="1">
                  <a:txBody>
                    <a:bodyPr/>
                    <a:lstStyle/>
                    <a:p>
                      <a:endParaRPr lang="en-US"/>
                    </a:p>
                  </a:txBody>
                  <a:tcPr/>
                </a:tc>
                <a:tc>
                  <a:txBody>
                    <a:bodyPr/>
                    <a:lstStyle/>
                    <a:p>
                      <a:pPr algn="ctr" fontAlgn="base">
                        <a:lnSpc>
                          <a:spcPts val="675"/>
                        </a:lnSpc>
                        <a:buNone/>
                      </a:pPr>
                      <a:r>
                        <a:rPr lang="en-US" sz="2000">
                          <a:effectLst/>
                          <a:latin typeface="Arial"/>
                        </a:rPr>
                        <a:t>ADMIN</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30051" cap="flat" cmpd="sng" algn="ctr">
                      <a:solidFill>
                        <a:srgbClr val="FFFFFF"/>
                      </a:solidFill>
                      <a:prstDash val="solid"/>
                      <a:round/>
                      <a:headEnd type="none" w="med" len="med"/>
                      <a:tailEnd type="none" w="med" len="med"/>
                    </a:lnB>
                    <a:solidFill>
                      <a:srgbClr val="EBB9B8"/>
                    </a:solidFill>
                  </a:tcPr>
                </a:tc>
                <a:tc>
                  <a:txBody>
                    <a:bodyPr/>
                    <a:lstStyle/>
                    <a:p>
                      <a:pPr algn="ctr" fontAlgn="base">
                        <a:lnSpc>
                          <a:spcPts val="675"/>
                        </a:lnSpc>
                        <a:buNone/>
                      </a:pPr>
                      <a:r>
                        <a:rPr lang="en-US" sz="2000">
                          <a:effectLst/>
                          <a:latin typeface="Arial"/>
                        </a:rPr>
                        <a:t>USER</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B w="30051" cap="flat" cmpd="sng" algn="ctr">
                      <a:solidFill>
                        <a:srgbClr val="FFFFFF"/>
                      </a:solidFill>
                      <a:prstDash val="solid"/>
                      <a:round/>
                      <a:headEnd type="none" w="med" len="med"/>
                      <a:tailEnd type="none" w="med" len="med"/>
                    </a:lnB>
                    <a:solidFill>
                      <a:srgbClr val="EBB9B8"/>
                    </a:solidFill>
                  </a:tcPr>
                </a:tc>
                <a:tc vMerge="1">
                  <a:txBody>
                    <a:bodyPr/>
                    <a:lstStyle/>
                    <a:p>
                      <a:endParaRPr lang="en-US"/>
                    </a:p>
                  </a:txBody>
                  <a:tcPr/>
                </a:tc>
                <a:extLst>
                  <a:ext uri="{0D108BD9-81ED-4DB2-BD59-A6C34878D82A}">
                    <a16:rowId xmlns:a16="http://schemas.microsoft.com/office/drawing/2014/main" val="2037914312"/>
                  </a:ext>
                </a:extLst>
              </a:tr>
              <a:tr h="1039649">
                <a:tc>
                  <a:txBody>
                    <a:bodyPr/>
                    <a:lstStyle/>
                    <a:p>
                      <a:pPr fontAlgn="base">
                        <a:lnSpc>
                          <a:spcPts val="675"/>
                        </a:lnSpc>
                        <a:buNone/>
                      </a:pPr>
                      <a:r>
                        <a:rPr lang="en-US" sz="2000" b="1">
                          <a:effectLst/>
                          <a:latin typeface="Arial"/>
                        </a:rPr>
                        <a:t>8.0 </a:t>
                      </a:r>
                      <a:r>
                        <a:rPr lang="en-US" sz="2000" b="0" i="0" u="none" strike="noStrike" noProof="0">
                          <a:effectLst/>
                        </a:rPr>
                        <a:t>BOOK MANAGEMENT</a:t>
                      </a: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3005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ts val="675"/>
                        </a:lnSpc>
                        <a:buNone/>
                      </a:pPr>
                      <a:r>
                        <a:rPr lang="en-US" sz="2000" b="0" i="0" u="none" strike="noStrike" noProof="0">
                          <a:effectLst/>
                        </a:rPr>
                        <a:t>Add, edit, delete, and manage book records</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3005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3005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3005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3005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950365241"/>
                  </a:ext>
                </a:extLst>
              </a:tr>
              <a:tr h="1039649">
                <a:tc>
                  <a:txBody>
                    <a:bodyPr/>
                    <a:lstStyle/>
                    <a:p>
                      <a:pPr fontAlgn="base">
                        <a:lnSpc>
                          <a:spcPts val="675"/>
                        </a:lnSpc>
                        <a:buNone/>
                      </a:pPr>
                      <a:r>
                        <a:rPr lang="en-US" sz="2000" b="1">
                          <a:effectLst/>
                          <a:latin typeface="Arial"/>
                        </a:rPr>
                        <a:t>9.0 </a:t>
                      </a:r>
                      <a:r>
                        <a:rPr lang="en-US" sz="2000" b="0" i="0" u="none" strike="noStrike" noProof="0">
                          <a:effectLst/>
                        </a:rPr>
                        <a:t>Book Catalogue</a:t>
                      </a:r>
                      <a:endParaRPr lang="en-US" sz="2000" b="1">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ts val="675"/>
                        </a:lnSpc>
                        <a:buNone/>
                      </a:pPr>
                      <a:r>
                        <a:rPr lang="en-US" sz="2000" b="0" i="0" u="none" strike="noStrike" noProof="0">
                          <a:effectLst/>
                          <a:latin typeface="Arial"/>
                        </a:rPr>
                        <a:t>Browse and search available books</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3031826199"/>
                  </a:ext>
                </a:extLst>
              </a:tr>
              <a:tr h="1039649">
                <a:tc>
                  <a:txBody>
                    <a:bodyPr/>
                    <a:lstStyle/>
                    <a:p>
                      <a:pPr fontAlgn="base">
                        <a:lnSpc>
                          <a:spcPts val="675"/>
                        </a:lnSpc>
                        <a:buNone/>
                      </a:pPr>
                      <a:r>
                        <a:rPr lang="en-US" sz="2000" b="1">
                          <a:effectLst/>
                          <a:latin typeface="Arial"/>
                        </a:rPr>
                        <a:t>10.0 </a:t>
                      </a:r>
                      <a:r>
                        <a:rPr lang="en-US" sz="2000" b="0" i="0" u="none" strike="noStrike" noProof="0">
                          <a:effectLst/>
                        </a:rPr>
                        <a:t>Category Management</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ts val="675"/>
                        </a:lnSpc>
                        <a:buNone/>
                      </a:pPr>
                      <a:r>
                        <a:rPr lang="en-US" sz="2000" b="0" i="0" u="none" strike="noStrike" noProof="0">
                          <a:effectLst/>
                        </a:rPr>
                        <a:t>Manage book categories and classifications</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781802600"/>
                  </a:ext>
                </a:extLst>
              </a:tr>
              <a:tr h="1039649">
                <a:tc>
                  <a:txBody>
                    <a:bodyPr/>
                    <a:lstStyle/>
                    <a:p>
                      <a:pPr lvl="0">
                        <a:lnSpc>
                          <a:spcPts val="675"/>
                        </a:lnSpc>
                        <a:buNone/>
                      </a:pPr>
                      <a:r>
                        <a:rPr lang="en-US" sz="2000" b="1" i="0" u="none" strike="noStrike" noProof="0">
                          <a:solidFill>
                            <a:srgbClr val="000000"/>
                          </a:solidFill>
                          <a:effectLst/>
                          <a:latin typeface="Arial"/>
                        </a:rPr>
                        <a:t>11.0 </a:t>
                      </a:r>
                      <a:r>
                        <a:rPr lang="en-US" sz="2000" b="0" i="0" u="none" strike="noStrike" noProof="0">
                          <a:solidFill>
                            <a:srgbClr val="000000"/>
                          </a:solidFill>
                          <a:effectLst/>
                          <a:latin typeface="Arial"/>
                        </a:rPr>
                        <a:t>REPORTING</a:t>
                      </a:r>
                      <a:endParaRPr lang="en-US"/>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ct val="100000"/>
                        </a:lnSpc>
                        <a:buNone/>
                      </a:pPr>
                      <a:r>
                        <a:rPr lang="en-US" sz="2000" b="0" i="0" u="none" strike="noStrike" noProof="0">
                          <a:effectLst/>
                        </a:rPr>
                        <a:t>Access to various system reports</a:t>
                      </a:r>
                      <a:endParaRPr lang="en-US" sz="2000" b="0" i="0" u="none" strike="noStrike" noProof="0">
                        <a:effectLst/>
                        <a:latin typeface="Arial"/>
                      </a:endParaRPr>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728506196"/>
                  </a:ext>
                </a:extLst>
              </a:tr>
              <a:tr h="1039649">
                <a:tc>
                  <a:txBody>
                    <a:bodyPr/>
                    <a:lstStyle/>
                    <a:p>
                      <a:pPr fontAlgn="base">
                        <a:lnSpc>
                          <a:spcPts val="675"/>
                        </a:lnSpc>
                        <a:buNone/>
                      </a:pPr>
                      <a:r>
                        <a:rPr lang="en-US" sz="2000" b="1">
                          <a:effectLst/>
                          <a:latin typeface="Arial"/>
                        </a:rPr>
                        <a:t>11.1 </a:t>
                      </a:r>
                      <a:r>
                        <a:rPr lang="en-US" sz="2000" b="0" i="0" u="none" strike="noStrike" noProof="0">
                          <a:effectLst/>
                        </a:rPr>
                        <a:t>Borrowing Report</a:t>
                      </a:r>
                      <a:endParaRPr lang="en-US" sz="2000" b="1">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ts val="675"/>
                        </a:lnSpc>
                        <a:buNone/>
                      </a:pPr>
                      <a:r>
                        <a:rPr lang="en-US" sz="2000" b="0" i="0" u="none" strike="noStrike" noProof="0">
                          <a:effectLst/>
                        </a:rPr>
                        <a:t>Report on borrowed books and transactions</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base">
                        <a:lnSpc>
                          <a:spcPts val="675"/>
                        </a:lnSpc>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3928274349"/>
                  </a:ext>
                </a:extLst>
              </a:tr>
              <a:tr h="1039649">
                <a:tc>
                  <a:txBody>
                    <a:bodyPr/>
                    <a:lstStyle/>
                    <a:p>
                      <a:pPr fontAlgn="base">
                        <a:lnSpc>
                          <a:spcPts val="675"/>
                        </a:lnSpc>
                        <a:buNone/>
                      </a:pPr>
                      <a:r>
                        <a:rPr lang="en-US" sz="2000" b="1">
                          <a:effectLst/>
                          <a:latin typeface="Arial"/>
                        </a:rPr>
                        <a:t>11.2 </a:t>
                      </a:r>
                      <a:r>
                        <a:rPr lang="en-US" sz="2000" b="0" i="0" u="none" strike="noStrike" noProof="0">
                          <a:effectLst/>
                        </a:rPr>
                        <a:t>Inventory Report</a:t>
                      </a:r>
                      <a:endParaRPr lang="en-US" sz="2000" b="1">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ts val="675"/>
                        </a:lnSpc>
                        <a:buNone/>
                      </a:pPr>
                      <a:r>
                        <a:rPr lang="en-US" sz="2000" b="0" i="0" u="none" strike="noStrike" noProof="0">
                          <a:effectLst/>
                        </a:rPr>
                        <a:t>Current book inventory and stock levels</a:t>
                      </a:r>
                      <a:endParaRPr lang="en-US"/>
                    </a:p>
                  </a:txBody>
                  <a:tcPr marL="45720" marR="45720"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r>
                        <a:rPr lang="en-US" sz="2000">
                          <a:effectLst/>
                          <a:latin typeface="Arial"/>
                        </a:rPr>
                        <a:t>x</a:t>
                      </a: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algn="ct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tc>
                  <a:txBody>
                    <a:bodyPr/>
                    <a:lstStyle/>
                    <a:p>
                      <a:pPr fontAlgn="ctr">
                        <a:buNone/>
                      </a:pPr>
                      <a:endParaRPr lang="en-US" sz="2000">
                        <a:effectLst/>
                        <a:latin typeface="Arial"/>
                      </a:endParaRPr>
                    </a:p>
                  </a:txBody>
                  <a:tcPr marL="26994" marR="26994" marT="84449" marB="26994" anchor="ctr">
                    <a:lnL w="10011" cap="flat" cmpd="sng" algn="ctr">
                      <a:solidFill>
                        <a:srgbClr val="FFFFFF"/>
                      </a:solidFill>
                      <a:prstDash val="solid"/>
                      <a:round/>
                      <a:headEnd type="none" w="med" len="med"/>
                      <a:tailEnd type="none" w="med" len="med"/>
                    </a:lnL>
                    <a:lnR w="10011" cap="flat" cmpd="sng" algn="ctr">
                      <a:solidFill>
                        <a:srgbClr val="FFFFFF"/>
                      </a:solidFill>
                      <a:prstDash val="solid"/>
                      <a:round/>
                      <a:headEnd type="none" w="med" len="med"/>
                      <a:tailEnd type="none" w="med" len="med"/>
                    </a:lnR>
                    <a:lnT w="10011" cap="flat" cmpd="sng" algn="ctr">
                      <a:solidFill>
                        <a:srgbClr val="FFFFFF"/>
                      </a:solidFill>
                      <a:prstDash val="solid"/>
                      <a:round/>
                      <a:headEnd type="none" w="med" len="med"/>
                      <a:tailEnd type="none" w="med" len="med"/>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3517927117"/>
                  </a:ext>
                </a:extLst>
              </a:tr>
              <a:tr h="1039649">
                <a:tc>
                  <a:txBody>
                    <a:bodyPr/>
                    <a:lstStyle/>
                    <a:p>
                      <a:pPr lvl="0">
                        <a:lnSpc>
                          <a:spcPts val="675"/>
                        </a:lnSpc>
                        <a:buNone/>
                      </a:pPr>
                      <a:r>
                        <a:rPr lang="en-US" sz="2000" b="1">
                          <a:effectLst/>
                          <a:latin typeface="Arial"/>
                        </a:rPr>
                        <a:t>11.3 </a:t>
                      </a:r>
                      <a:r>
                        <a:rPr lang="en-US" sz="2000" b="0" i="0" u="none" strike="noStrike" noProof="0">
                          <a:effectLst/>
                        </a:rPr>
                        <a:t>Member Report</a:t>
                      </a:r>
                      <a:endParaRPr lang="en-US" sz="2000" b="1">
                        <a:effectLst/>
                        <a:latin typeface="Arial"/>
                      </a:endParaRPr>
                    </a:p>
                  </a:txBody>
                  <a:tcPr marL="26994" marR="26994" marT="84448"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ts val="675"/>
                        </a:lnSpc>
                        <a:buNone/>
                      </a:pPr>
                      <a:r>
                        <a:rPr lang="en-US" sz="2000" b="0" i="0" u="none" strike="noStrike" noProof="0">
                          <a:effectLst/>
                        </a:rPr>
                        <a:t>User/member statistics and information</a:t>
                      </a:r>
                      <a:endParaRPr lang="en-US"/>
                    </a:p>
                  </a:txBody>
                  <a:tcPr marL="45720" marR="45720"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r>
                        <a:rPr lang="en-US" sz="2000">
                          <a:effectLst/>
                          <a:latin typeface="Arial"/>
                        </a:rPr>
                        <a:t>x</a:t>
                      </a:r>
                    </a:p>
                  </a:txBody>
                  <a:tcPr marL="26994" marR="26994" marT="84448"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endParaRPr lang="en-US" sz="2000">
                        <a:effectLst/>
                        <a:latin typeface="Arial"/>
                      </a:endParaRPr>
                    </a:p>
                  </a:txBody>
                  <a:tcPr marL="26994" marR="26994" marT="84448"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buNone/>
                      </a:pPr>
                      <a:endParaRPr lang="en-US" sz="2000">
                        <a:effectLst/>
                        <a:latin typeface="Arial"/>
                      </a:endParaRPr>
                    </a:p>
                  </a:txBody>
                  <a:tcPr marL="26994" marR="26994" marT="84448"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309537525"/>
                  </a:ext>
                </a:extLst>
              </a:tr>
              <a:tr h="1039649">
                <a:tc>
                  <a:txBody>
                    <a:bodyPr/>
                    <a:lstStyle/>
                    <a:p>
                      <a:pPr lvl="0">
                        <a:lnSpc>
                          <a:spcPts val="675"/>
                        </a:lnSpc>
                        <a:buNone/>
                      </a:pPr>
                      <a:r>
                        <a:rPr lang="en-US" sz="2000" b="1">
                          <a:effectLst/>
                          <a:latin typeface="Arial"/>
                        </a:rPr>
                        <a:t>11.4 </a:t>
                      </a:r>
                      <a:r>
                        <a:rPr lang="en-US" sz="2000" b="0" i="0" u="none" strike="noStrike" noProof="0">
                          <a:effectLst/>
                        </a:rPr>
                        <a:t>Request Report</a:t>
                      </a:r>
                      <a:endParaRPr lang="en-US" sz="2000" b="1">
                        <a:effectLst/>
                        <a:latin typeface="Arial"/>
                      </a:endParaRPr>
                    </a:p>
                  </a:txBody>
                  <a:tcPr marL="26994" marR="26994" marT="84447"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nSpc>
                          <a:spcPts val="675"/>
                        </a:lnSpc>
                        <a:buNone/>
                      </a:pPr>
                      <a:r>
                        <a:rPr lang="en-US" sz="2000" b="0" i="0" u="none" strike="noStrike" noProof="0">
                          <a:effectLst/>
                        </a:rPr>
                        <a:t>Book requests and reservations</a:t>
                      </a:r>
                      <a:endParaRPr lang="en-US"/>
                    </a:p>
                  </a:txBody>
                  <a:tcPr marL="45720" marR="45720"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r>
                        <a:rPr lang="en-US" sz="2000">
                          <a:effectLst/>
                          <a:latin typeface="Arial"/>
                        </a:rPr>
                        <a:t>x</a:t>
                      </a:r>
                    </a:p>
                  </a:txBody>
                  <a:tcPr marL="26994" marR="26994" marT="84447"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lgn="ctr">
                        <a:buNone/>
                      </a:pPr>
                      <a:endParaRPr lang="en-US" sz="2000">
                        <a:effectLst/>
                        <a:latin typeface="Arial"/>
                      </a:endParaRPr>
                    </a:p>
                  </a:txBody>
                  <a:tcPr marL="26994" marR="26994" marT="84447"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tc>
                  <a:txBody>
                    <a:bodyPr/>
                    <a:lstStyle/>
                    <a:p>
                      <a:pPr lvl="0">
                        <a:buNone/>
                      </a:pPr>
                      <a:endParaRPr lang="en-US" sz="2000">
                        <a:effectLst/>
                        <a:latin typeface="Arial"/>
                      </a:endParaRPr>
                    </a:p>
                  </a:txBody>
                  <a:tcPr marL="26994" marR="26994" marT="84447" marB="26994" anchor="ctr">
                    <a:lnL w="10011">
                      <a:solidFill>
                        <a:srgbClr val="FFFFFF"/>
                      </a:solidFill>
                    </a:lnL>
                    <a:lnR w="10011">
                      <a:solidFill>
                        <a:srgbClr val="FFFFFF"/>
                      </a:solidFill>
                    </a:lnR>
                    <a:lnT w="10011">
                      <a:solidFill>
                        <a:srgbClr val="FFFFFF"/>
                      </a:solidFill>
                    </a:lnT>
                    <a:lnB w="10011"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844034508"/>
                  </a:ext>
                </a:extLst>
              </a:tr>
              <a:tr h="1039649">
                <a:tc>
                  <a:txBody>
                    <a:bodyPr/>
                    <a:lstStyle/>
                    <a:p>
                      <a:pPr lvl="0">
                        <a:lnSpc>
                          <a:spcPts val="675"/>
                        </a:lnSpc>
                        <a:buNone/>
                      </a:pPr>
                      <a:r>
                        <a:rPr lang="en-US" sz="2000" b="1" i="0" u="none" strike="noStrike" noProof="0">
                          <a:effectLst/>
                        </a:rPr>
                        <a:t>11.5</a:t>
                      </a:r>
                      <a:r>
                        <a:rPr lang="en-US" sz="2000" b="0" i="0" u="none" strike="noStrike" noProof="0">
                          <a:effectLst/>
                        </a:rPr>
                        <a:t> Lost Report</a:t>
                      </a:r>
                    </a:p>
                  </a:txBody>
                  <a:tcPr marL="26994" marR="26994" marT="84447"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lnSpc>
                          <a:spcPts val="675"/>
                        </a:lnSpc>
                        <a:buNone/>
                      </a:pPr>
                      <a:r>
                        <a:rPr lang="en-US" sz="2000" b="0" i="0" u="none" strike="noStrike" noProof="0">
                          <a:effectLst/>
                          <a:latin typeface="Arial"/>
                        </a:rPr>
                        <a:t>Track and manage lost or damaged books</a:t>
                      </a:r>
                      <a:endParaRPr lang="en-US"/>
                    </a:p>
                  </a:txBody>
                  <a:tcPr marL="45720" marR="45720"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lgn="ctr">
                        <a:buNone/>
                      </a:pPr>
                      <a:r>
                        <a:rPr lang="en-US" sz="2000">
                          <a:effectLst/>
                          <a:latin typeface="Arial"/>
                        </a:rPr>
                        <a:t>x</a:t>
                      </a:r>
                    </a:p>
                  </a:txBody>
                  <a:tcPr marL="26994" marR="26994" marT="84447"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lgn="ctr">
                        <a:buNone/>
                      </a:pPr>
                      <a:endParaRPr lang="en-US" sz="2000">
                        <a:effectLst/>
                        <a:latin typeface="Arial"/>
                      </a:endParaRPr>
                    </a:p>
                  </a:txBody>
                  <a:tcPr marL="26994" marR="26994" marT="84447"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tc>
                  <a:txBody>
                    <a:bodyPr/>
                    <a:lstStyle/>
                    <a:p>
                      <a:pPr lvl="0">
                        <a:buNone/>
                      </a:pPr>
                      <a:endParaRPr lang="en-US" sz="2000">
                        <a:effectLst/>
                        <a:latin typeface="Arial"/>
                      </a:endParaRPr>
                    </a:p>
                  </a:txBody>
                  <a:tcPr marL="26994" marR="26994" marT="84447" marB="26994" anchor="ctr">
                    <a:lnL w="10011">
                      <a:solidFill>
                        <a:srgbClr val="FFFFFF"/>
                      </a:solidFill>
                    </a:lnL>
                    <a:lnR w="10011">
                      <a:solidFill>
                        <a:srgbClr val="FFFFFF"/>
                      </a:solidFill>
                    </a:lnR>
                    <a:lnT w="10011">
                      <a:solidFill>
                        <a:srgbClr val="FFFFFF"/>
                      </a:solidFill>
                    </a:lnT>
                    <a:lnB w="10011">
                      <a:solidFill>
                        <a:srgbClr val="FFFFFF"/>
                      </a:solidFill>
                    </a:lnB>
                    <a:solidFill>
                      <a:srgbClr val="D9D9D9"/>
                    </a:solidFill>
                  </a:tcPr>
                </a:tc>
                <a:extLst>
                  <a:ext uri="{0D108BD9-81ED-4DB2-BD59-A6C34878D82A}">
                    <a16:rowId xmlns:a16="http://schemas.microsoft.com/office/drawing/2014/main" val="380792188"/>
                  </a:ext>
                </a:extLst>
              </a:tr>
            </a:tbl>
          </a:graphicData>
        </a:graphic>
      </p:graphicFrame>
    </p:spTree>
    <p:extLst>
      <p:ext uri="{BB962C8B-B14F-4D97-AF65-F5344CB8AC3E}">
        <p14:creationId xmlns:p14="http://schemas.microsoft.com/office/powerpoint/2010/main" val="42809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8B595-1AAC-30F8-6693-B21BD4CEBB26}"/>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E0C340AA-1696-6C61-AEC4-2A1E6B481E04}"/>
              </a:ext>
            </a:extLst>
          </p:cNvPr>
          <p:cNvSpPr>
            <a:spLocks noGrp="1"/>
          </p:cNvSpPr>
          <p:nvPr>
            <p:ph type="body" sz="quarter" idx="13"/>
          </p:nvPr>
        </p:nvSpPr>
        <p:spPr/>
        <p:txBody>
          <a:bodyPr/>
          <a:lstStyle/>
          <a:p>
            <a:r>
              <a:rPr lang="en-PH">
                <a:latin typeface="Impact"/>
              </a:rPr>
              <a:t>1.0 Landing Page</a:t>
            </a:r>
            <a:endParaRPr lang="en-PH"/>
          </a:p>
        </p:txBody>
      </p:sp>
      <p:pic>
        <p:nvPicPr>
          <p:cNvPr id="3" name="Picture 2">
            <a:extLst>
              <a:ext uri="{FF2B5EF4-FFF2-40B4-BE49-F238E27FC236}">
                <a16:creationId xmlns:a16="http://schemas.microsoft.com/office/drawing/2014/main" id="{A496E76F-FC4E-5D39-E8C1-35DF62A0770B}"/>
              </a:ext>
            </a:extLst>
          </p:cNvPr>
          <p:cNvPicPr>
            <a:picLocks noChangeAspect="1"/>
          </p:cNvPicPr>
          <p:nvPr/>
        </p:nvPicPr>
        <p:blipFill>
          <a:blip r:embed="rId2"/>
          <a:stretch>
            <a:fillRect/>
          </a:stretch>
        </p:blipFill>
        <p:spPr>
          <a:xfrm>
            <a:off x="1404883" y="1886409"/>
            <a:ext cx="22166166" cy="11290912"/>
          </a:xfrm>
          <a:prstGeom prst="rect">
            <a:avLst/>
          </a:prstGeom>
        </p:spPr>
      </p:pic>
    </p:spTree>
    <p:extLst>
      <p:ext uri="{BB962C8B-B14F-4D97-AF65-F5344CB8AC3E}">
        <p14:creationId xmlns:p14="http://schemas.microsoft.com/office/powerpoint/2010/main" val="2199789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726AC-4BD6-0FF0-76D3-A0BED181A8E9}"/>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FAA4357-08DF-BA0E-8EB1-5F9FEF11CD4A}"/>
              </a:ext>
            </a:extLst>
          </p:cNvPr>
          <p:cNvSpPr>
            <a:spLocks noGrp="1"/>
          </p:cNvSpPr>
          <p:nvPr>
            <p:ph type="body" sz="quarter" idx="13"/>
          </p:nvPr>
        </p:nvSpPr>
        <p:spPr/>
        <p:txBody>
          <a:bodyPr/>
          <a:lstStyle/>
          <a:p>
            <a:r>
              <a:rPr lang="en-PH">
                <a:latin typeface="Impact"/>
              </a:rPr>
              <a:t>1.0 Landing Page</a:t>
            </a:r>
            <a:endParaRPr lang="en-PH"/>
          </a:p>
        </p:txBody>
      </p:sp>
      <p:pic>
        <p:nvPicPr>
          <p:cNvPr id="5" name="Picture 4">
            <a:extLst>
              <a:ext uri="{FF2B5EF4-FFF2-40B4-BE49-F238E27FC236}">
                <a16:creationId xmlns:a16="http://schemas.microsoft.com/office/drawing/2014/main" id="{FA51F174-49BC-3B6C-B732-1C330030F156}"/>
              </a:ext>
            </a:extLst>
          </p:cNvPr>
          <p:cNvPicPr>
            <a:picLocks noChangeAspect="1"/>
          </p:cNvPicPr>
          <p:nvPr/>
        </p:nvPicPr>
        <p:blipFill>
          <a:blip r:embed="rId2"/>
          <a:stretch>
            <a:fillRect/>
          </a:stretch>
        </p:blipFill>
        <p:spPr>
          <a:xfrm>
            <a:off x="1095452" y="1758997"/>
            <a:ext cx="22166166" cy="11327634"/>
          </a:xfrm>
          <a:prstGeom prst="rect">
            <a:avLst/>
          </a:prstGeom>
        </p:spPr>
      </p:pic>
    </p:spTree>
    <p:extLst>
      <p:ext uri="{BB962C8B-B14F-4D97-AF65-F5344CB8AC3E}">
        <p14:creationId xmlns:p14="http://schemas.microsoft.com/office/powerpoint/2010/main" val="1245882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F8AD7-BCF9-4A56-0B53-BB50E164220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F266AB7-A009-0024-2A55-C5CAD7708217}"/>
              </a:ext>
            </a:extLst>
          </p:cNvPr>
          <p:cNvSpPr>
            <a:spLocks noGrp="1"/>
          </p:cNvSpPr>
          <p:nvPr>
            <p:ph type="body" sz="quarter" idx="13"/>
          </p:nvPr>
        </p:nvSpPr>
        <p:spPr/>
        <p:txBody>
          <a:bodyPr/>
          <a:lstStyle/>
          <a:p>
            <a:r>
              <a:rPr lang="en-PH">
                <a:latin typeface="Impact"/>
              </a:rPr>
              <a:t>1.0 Landing Page</a:t>
            </a:r>
            <a:endParaRPr lang="en-PH"/>
          </a:p>
        </p:txBody>
      </p:sp>
      <p:pic>
        <p:nvPicPr>
          <p:cNvPr id="4" name="Picture 3">
            <a:extLst>
              <a:ext uri="{FF2B5EF4-FFF2-40B4-BE49-F238E27FC236}">
                <a16:creationId xmlns:a16="http://schemas.microsoft.com/office/drawing/2014/main" id="{DBE1D07B-71E1-F60E-351E-A9F36071C03A}"/>
              </a:ext>
            </a:extLst>
          </p:cNvPr>
          <p:cNvPicPr>
            <a:picLocks noChangeAspect="1"/>
          </p:cNvPicPr>
          <p:nvPr/>
        </p:nvPicPr>
        <p:blipFill>
          <a:blip r:embed="rId2"/>
          <a:stretch>
            <a:fillRect/>
          </a:stretch>
        </p:blipFill>
        <p:spPr>
          <a:xfrm>
            <a:off x="713215" y="1485970"/>
            <a:ext cx="22625203" cy="11511249"/>
          </a:xfrm>
          <a:prstGeom prst="rect">
            <a:avLst/>
          </a:prstGeom>
        </p:spPr>
      </p:pic>
    </p:spTree>
    <p:extLst>
      <p:ext uri="{BB962C8B-B14F-4D97-AF65-F5344CB8AC3E}">
        <p14:creationId xmlns:p14="http://schemas.microsoft.com/office/powerpoint/2010/main" val="2566546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A6136-BD1D-1138-2532-D6CF885EB4F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94F0676-D688-3BF1-5161-D16D3B52E5FB}"/>
              </a:ext>
            </a:extLst>
          </p:cNvPr>
          <p:cNvSpPr>
            <a:spLocks noGrp="1"/>
          </p:cNvSpPr>
          <p:nvPr>
            <p:ph type="body" sz="quarter" idx="13"/>
          </p:nvPr>
        </p:nvSpPr>
        <p:spPr/>
        <p:txBody>
          <a:bodyPr/>
          <a:lstStyle/>
          <a:p>
            <a:r>
              <a:rPr lang="en-PH">
                <a:latin typeface="Impact"/>
              </a:rPr>
              <a:t>1.0 Landing Page</a:t>
            </a:r>
            <a:endParaRPr lang="en-PH"/>
          </a:p>
        </p:txBody>
      </p:sp>
      <p:pic>
        <p:nvPicPr>
          <p:cNvPr id="2" name="Picture 1">
            <a:extLst>
              <a:ext uri="{FF2B5EF4-FFF2-40B4-BE49-F238E27FC236}">
                <a16:creationId xmlns:a16="http://schemas.microsoft.com/office/drawing/2014/main" id="{9BAA3E61-DDF3-87A3-DC44-C26F61D8F1DD}"/>
              </a:ext>
            </a:extLst>
          </p:cNvPr>
          <p:cNvPicPr>
            <a:picLocks noChangeAspect="1"/>
          </p:cNvPicPr>
          <p:nvPr/>
        </p:nvPicPr>
        <p:blipFill>
          <a:blip r:embed="rId2"/>
          <a:stretch>
            <a:fillRect/>
          </a:stretch>
        </p:blipFill>
        <p:spPr>
          <a:xfrm>
            <a:off x="767820" y="1613382"/>
            <a:ext cx="22202889" cy="11364357"/>
          </a:xfrm>
          <a:prstGeom prst="rect">
            <a:avLst/>
          </a:prstGeom>
        </p:spPr>
      </p:pic>
    </p:spTree>
    <p:extLst>
      <p:ext uri="{BB962C8B-B14F-4D97-AF65-F5344CB8AC3E}">
        <p14:creationId xmlns:p14="http://schemas.microsoft.com/office/powerpoint/2010/main" val="2754661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0EACF-75B2-CB1D-1965-5896F043438A}"/>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21002DDF-67AE-A6BF-E9EF-CC50E7018345}"/>
              </a:ext>
            </a:extLst>
          </p:cNvPr>
          <p:cNvSpPr>
            <a:spLocks noGrp="1"/>
          </p:cNvSpPr>
          <p:nvPr>
            <p:ph type="body" sz="quarter" idx="13"/>
          </p:nvPr>
        </p:nvSpPr>
        <p:spPr/>
        <p:txBody>
          <a:bodyPr/>
          <a:lstStyle/>
          <a:p>
            <a:r>
              <a:rPr lang="en-PH">
                <a:latin typeface="Impact"/>
              </a:rPr>
              <a:t>1.0 Landing Page</a:t>
            </a:r>
            <a:endParaRPr lang="en-PH"/>
          </a:p>
        </p:txBody>
      </p:sp>
      <p:pic>
        <p:nvPicPr>
          <p:cNvPr id="3" name="Picture 2">
            <a:extLst>
              <a:ext uri="{FF2B5EF4-FFF2-40B4-BE49-F238E27FC236}">
                <a16:creationId xmlns:a16="http://schemas.microsoft.com/office/drawing/2014/main" id="{5C3A2AC0-0B8D-4190-E268-C195D862B384}"/>
              </a:ext>
            </a:extLst>
          </p:cNvPr>
          <p:cNvPicPr>
            <a:picLocks noChangeAspect="1"/>
          </p:cNvPicPr>
          <p:nvPr/>
        </p:nvPicPr>
        <p:blipFill>
          <a:blip r:embed="rId2"/>
          <a:stretch>
            <a:fillRect/>
          </a:stretch>
        </p:blipFill>
        <p:spPr>
          <a:xfrm>
            <a:off x="913434" y="1722593"/>
            <a:ext cx="22184528" cy="11309273"/>
          </a:xfrm>
          <a:prstGeom prst="rect">
            <a:avLst/>
          </a:prstGeom>
        </p:spPr>
      </p:pic>
    </p:spTree>
    <p:extLst>
      <p:ext uri="{BB962C8B-B14F-4D97-AF65-F5344CB8AC3E}">
        <p14:creationId xmlns:p14="http://schemas.microsoft.com/office/powerpoint/2010/main" val="3521348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30A39-8BB4-BAF4-685E-558511BA8164}"/>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9120C01A-254D-0705-888F-C93C96E03D49}"/>
              </a:ext>
            </a:extLst>
          </p:cNvPr>
          <p:cNvSpPr>
            <a:spLocks noGrp="1"/>
          </p:cNvSpPr>
          <p:nvPr>
            <p:ph type="body" sz="quarter" idx="13"/>
          </p:nvPr>
        </p:nvSpPr>
        <p:spPr/>
        <p:txBody>
          <a:bodyPr/>
          <a:lstStyle/>
          <a:p>
            <a:r>
              <a:rPr lang="en-PH">
                <a:latin typeface="Impact"/>
              </a:rPr>
              <a:t>1.0 Landing Page</a:t>
            </a:r>
            <a:endParaRPr lang="en-PH"/>
          </a:p>
        </p:txBody>
      </p:sp>
      <p:pic>
        <p:nvPicPr>
          <p:cNvPr id="3" name="Picture 2">
            <a:extLst>
              <a:ext uri="{FF2B5EF4-FFF2-40B4-BE49-F238E27FC236}">
                <a16:creationId xmlns:a16="http://schemas.microsoft.com/office/drawing/2014/main" id="{8E99F67C-2583-2B34-9507-E8AA28CECC90}"/>
              </a:ext>
            </a:extLst>
          </p:cNvPr>
          <p:cNvPicPr>
            <a:picLocks noChangeAspect="1"/>
          </p:cNvPicPr>
          <p:nvPr/>
        </p:nvPicPr>
        <p:blipFill>
          <a:blip r:embed="rId2"/>
          <a:stretch>
            <a:fillRect/>
          </a:stretch>
        </p:blipFill>
        <p:spPr>
          <a:xfrm>
            <a:off x="895232" y="1667988"/>
            <a:ext cx="22588480" cy="11492887"/>
          </a:xfrm>
          <a:prstGeom prst="rect">
            <a:avLst/>
          </a:prstGeom>
        </p:spPr>
      </p:pic>
    </p:spTree>
    <p:extLst>
      <p:ext uri="{BB962C8B-B14F-4D97-AF65-F5344CB8AC3E}">
        <p14:creationId xmlns:p14="http://schemas.microsoft.com/office/powerpoint/2010/main" val="1088633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ACDEA-F18B-C814-0FFC-39C06DBCF61C}"/>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170DBC26-A35E-6901-265E-F2C774367707}"/>
              </a:ext>
            </a:extLst>
          </p:cNvPr>
          <p:cNvSpPr>
            <a:spLocks noGrp="1"/>
          </p:cNvSpPr>
          <p:nvPr>
            <p:ph type="body" sz="quarter" idx="13"/>
          </p:nvPr>
        </p:nvSpPr>
        <p:spPr/>
        <p:txBody>
          <a:bodyPr/>
          <a:lstStyle/>
          <a:p>
            <a:r>
              <a:rPr lang="en-PH">
                <a:latin typeface="Impact"/>
              </a:rPr>
              <a:t>1.0 </a:t>
            </a:r>
            <a:r>
              <a:rPr lang="en-PH" i="1">
                <a:latin typeface="Impact"/>
              </a:rPr>
              <a:t>Landing Page Logic</a:t>
            </a:r>
            <a:endParaRPr lang="en-PH" i="1"/>
          </a:p>
        </p:txBody>
      </p:sp>
      <p:sp>
        <p:nvSpPr>
          <p:cNvPr id="2" name="TextBox 1">
            <a:extLst>
              <a:ext uri="{FF2B5EF4-FFF2-40B4-BE49-F238E27FC236}">
                <a16:creationId xmlns:a16="http://schemas.microsoft.com/office/drawing/2014/main" id="{E0BCD5C9-B583-B0E8-2296-E1EE971F9CAF}"/>
              </a:ext>
            </a:extLst>
          </p:cNvPr>
          <p:cNvSpPr txBox="1"/>
          <p:nvPr/>
        </p:nvSpPr>
        <p:spPr>
          <a:xfrm>
            <a:off x="2055205" y="2052729"/>
            <a:ext cx="20234313" cy="111492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800" b="1" i="1" baseline="0">
                <a:latin typeface="Calibri"/>
              </a:rPr>
              <a:t>Landing Page </a:t>
            </a:r>
            <a:r>
              <a:rPr lang="en-PH" sz="4800" b="1" i="1">
                <a:latin typeface="Calibri"/>
              </a:rPr>
              <a:t>– Header</a:t>
            </a:r>
          </a:p>
          <a:p>
            <a:r>
              <a:rPr lang="en-PH" sz="4800">
                <a:ea typeface="+mn-lt"/>
                <a:cs typeface="+mn-lt"/>
              </a:rPr>
              <a:t> </a:t>
            </a:r>
            <a:r>
              <a:rPr lang="en-PH" sz="4800" b="1">
                <a:ea typeface="+mn-lt"/>
                <a:cs typeface="+mn-lt"/>
              </a:rPr>
              <a:t>Field: Navigation menu</a:t>
            </a:r>
            <a:endParaRPr lang="en-PH" b="1"/>
          </a:p>
          <a:p>
            <a:r>
              <a:rPr lang="en-PH" sz="4800">
                <a:ea typeface="+mn-lt"/>
                <a:cs typeface="+mn-lt"/>
              </a:rPr>
              <a:t>  Logic: Role-based display</a:t>
            </a:r>
            <a:endParaRPr lang="en-PH"/>
          </a:p>
          <a:p>
            <a:r>
              <a:rPr lang="en-PH" sz="4800">
                <a:ea typeface="+mn-lt"/>
                <a:cs typeface="+mn-lt"/>
              </a:rPr>
              <a:t>   If not logged in: Show "Login" and "Sign Up" buttons</a:t>
            </a:r>
            <a:endParaRPr lang="en-PH"/>
          </a:p>
          <a:p>
            <a:r>
              <a:rPr lang="en-PH" sz="4800">
                <a:ea typeface="+mn-lt"/>
                <a:cs typeface="+mn-lt"/>
              </a:rPr>
              <a:t>   If Member: Show member name + "Logout"</a:t>
            </a:r>
            <a:endParaRPr lang="en-PH"/>
          </a:p>
          <a:p>
            <a:r>
              <a:rPr lang="en-PH" sz="4800">
                <a:ea typeface="+mn-lt"/>
                <a:cs typeface="+mn-lt"/>
              </a:rPr>
              <a:t>   If Admin: Show admin name + "Admin Panel" + "Logout"</a:t>
            </a:r>
            <a:endParaRPr lang="en-PH"/>
          </a:p>
          <a:p>
            <a:endParaRPr lang="en-PH"/>
          </a:p>
          <a:p>
            <a:r>
              <a:rPr lang="en-PH" sz="4800" b="1">
                <a:ea typeface="+mn-lt"/>
                <a:cs typeface="+mn-lt"/>
              </a:rPr>
              <a:t> Field: Logo</a:t>
            </a:r>
            <a:endParaRPr lang="en-PH" b="1"/>
          </a:p>
          <a:p>
            <a:r>
              <a:rPr lang="en-PH" sz="4800">
                <a:ea typeface="+mn-lt"/>
                <a:cs typeface="+mn-lt"/>
              </a:rPr>
              <a:t>  Logic: Anchor link to home</a:t>
            </a:r>
            <a:endParaRPr lang="en-PH"/>
          </a:p>
          <a:p>
            <a:r>
              <a:rPr lang="en-PH" sz="4800">
                <a:ea typeface="+mn-lt"/>
                <a:cs typeface="+mn-lt"/>
              </a:rPr>
              <a:t>    Action: Click logo</a:t>
            </a:r>
            <a:endParaRPr lang="en-PH"/>
          </a:p>
          <a:p>
            <a:r>
              <a:rPr lang="en-PH" sz="4800">
                <a:ea typeface="+mn-lt"/>
                <a:cs typeface="+mn-lt"/>
              </a:rPr>
              <a:t>      Action Logic: Navigate to home page (`/`)</a:t>
            </a:r>
            <a:endParaRPr lang="en-PH"/>
          </a:p>
          <a:p>
            <a:endParaRPr lang="en-PH"/>
          </a:p>
          <a:p>
            <a:r>
              <a:rPr lang="en-PH" sz="4800">
                <a:ea typeface="+mn-lt"/>
                <a:cs typeface="+mn-lt"/>
              </a:rPr>
              <a:t> </a:t>
            </a:r>
            <a:r>
              <a:rPr lang="en-PH" sz="4800" b="1">
                <a:ea typeface="+mn-lt"/>
                <a:cs typeface="+mn-lt"/>
              </a:rPr>
              <a:t>Field: Mobile menu toggle</a:t>
            </a:r>
            <a:endParaRPr lang="en-PH" b="1"/>
          </a:p>
          <a:p>
            <a:r>
              <a:rPr lang="en-PH" sz="4800">
                <a:ea typeface="+mn-lt"/>
                <a:cs typeface="+mn-lt"/>
              </a:rPr>
              <a:t>  Logic: Responsive hamburger menu</a:t>
            </a:r>
            <a:endParaRPr lang="en-PH"/>
          </a:p>
          <a:p>
            <a:r>
              <a:rPr lang="en-PH" sz="4800">
                <a:ea typeface="+mn-lt"/>
                <a:cs typeface="+mn-lt"/>
              </a:rPr>
              <a:t>    Action: Click toggle button</a:t>
            </a:r>
            <a:endParaRPr lang="en-PH"/>
          </a:p>
          <a:p>
            <a:r>
              <a:rPr lang="en-PH" sz="4800">
                <a:ea typeface="+mn-lt"/>
                <a:cs typeface="+mn-lt"/>
              </a:rPr>
              <a:t>      Action Logic: Show/hide mobile navigation</a:t>
            </a:r>
            <a:endParaRPr lang="en-PH"/>
          </a:p>
          <a:p>
            <a:pPr algn="ctr"/>
            <a:endParaRPr lang="en-US" sz="1050" b="1">
              <a:latin typeface="Calibri"/>
            </a:endParaRPr>
          </a:p>
        </p:txBody>
      </p:sp>
    </p:spTree>
    <p:extLst>
      <p:ext uri="{BB962C8B-B14F-4D97-AF65-F5344CB8AC3E}">
        <p14:creationId xmlns:p14="http://schemas.microsoft.com/office/powerpoint/2010/main" val="3856935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FAAF5-E8B2-675A-AB66-E88DA11A9E0E}"/>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9357B26-0494-E6AE-0895-AA05E3727426}"/>
              </a:ext>
            </a:extLst>
          </p:cNvPr>
          <p:cNvSpPr>
            <a:spLocks noGrp="1"/>
          </p:cNvSpPr>
          <p:nvPr>
            <p:ph type="body" sz="quarter" idx="13"/>
          </p:nvPr>
        </p:nvSpPr>
        <p:spPr/>
        <p:txBody>
          <a:bodyPr/>
          <a:lstStyle/>
          <a:p>
            <a:r>
              <a:rPr lang="en-PH">
                <a:latin typeface="Impact"/>
              </a:rPr>
              <a:t>1.0 </a:t>
            </a:r>
            <a:r>
              <a:rPr lang="en-PH" i="1">
                <a:latin typeface="Impact"/>
              </a:rPr>
              <a:t>Landing Page Logic</a:t>
            </a:r>
            <a:endParaRPr lang="en-PH" i="1"/>
          </a:p>
        </p:txBody>
      </p:sp>
      <p:sp>
        <p:nvSpPr>
          <p:cNvPr id="2" name="TextBox 1">
            <a:extLst>
              <a:ext uri="{FF2B5EF4-FFF2-40B4-BE49-F238E27FC236}">
                <a16:creationId xmlns:a16="http://schemas.microsoft.com/office/drawing/2014/main" id="{529C4544-087B-6E2D-5B53-EE8B4523137C}"/>
              </a:ext>
            </a:extLst>
          </p:cNvPr>
          <p:cNvSpPr txBox="1"/>
          <p:nvPr/>
        </p:nvSpPr>
        <p:spPr>
          <a:xfrm>
            <a:off x="2055205" y="2052729"/>
            <a:ext cx="20234313" cy="102489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800" b="1" i="1" baseline="0">
                <a:latin typeface="Calibri"/>
              </a:rPr>
              <a:t>Landing Page </a:t>
            </a:r>
            <a:r>
              <a:rPr lang="en-PH" sz="4800" b="1" i="1">
                <a:latin typeface="Calibri"/>
              </a:rPr>
              <a:t>– Hero Section</a:t>
            </a:r>
          </a:p>
          <a:p>
            <a:r>
              <a:rPr lang="en-PH" sz="4800">
                <a:ea typeface="+mn-lt"/>
                <a:cs typeface="+mn-lt"/>
              </a:rPr>
              <a:t> </a:t>
            </a:r>
            <a:r>
              <a:rPr lang="en-PH" sz="4800" b="1">
                <a:ea typeface="+mn-lt"/>
                <a:cs typeface="+mn-lt"/>
              </a:rPr>
              <a:t>Field: Search bar</a:t>
            </a:r>
            <a:endParaRPr lang="en-PH" b="1"/>
          </a:p>
          <a:p>
            <a:r>
              <a:rPr lang="en-PH" sz="4800">
                <a:ea typeface="+mn-lt"/>
                <a:cs typeface="+mn-lt"/>
              </a:rPr>
              <a:t>  Logic: Search books by multiple criteria</a:t>
            </a:r>
            <a:endParaRPr lang="en-PH"/>
          </a:p>
          <a:p>
            <a:r>
              <a:rPr lang="en-PH" sz="4800">
                <a:ea typeface="+mn-lt"/>
                <a:cs typeface="+mn-lt"/>
              </a:rPr>
              <a:t>    Action: Enter search term</a:t>
            </a:r>
            <a:endParaRPr lang="en-PH" sz="4800">
              <a:cs typeface="Arial"/>
            </a:endParaRPr>
          </a:p>
          <a:p>
            <a:r>
              <a:rPr lang="en-PH" sz="4800">
                <a:ea typeface="+mn-lt"/>
                <a:cs typeface="+mn-lt"/>
              </a:rPr>
              <a:t>   Action Logic: Filter books by title, author, ISBN, category, genre</a:t>
            </a:r>
            <a:endParaRPr lang="en-PH" sz="4800">
              <a:cs typeface="Arial"/>
            </a:endParaRPr>
          </a:p>
          <a:p>
            <a:r>
              <a:rPr lang="en-PH" sz="4800">
                <a:cs typeface="Arial"/>
              </a:rPr>
              <a:t>   Action: Submit search term</a:t>
            </a:r>
          </a:p>
          <a:p>
            <a:r>
              <a:rPr lang="en-PH" sz="4800">
                <a:cs typeface="Arial"/>
              </a:rPr>
              <a:t>   Action Logic: </a:t>
            </a:r>
            <a:r>
              <a:rPr lang="en-PH" sz="4800">
                <a:ea typeface="+mn-lt"/>
                <a:cs typeface="+mn-lt"/>
              </a:rPr>
              <a:t>Reload page with search results; Update URL with query parameter</a:t>
            </a:r>
            <a:endParaRPr lang="en-PH"/>
          </a:p>
          <a:p>
            <a:endParaRPr lang="en-PH">
              <a:ea typeface="+mn-lt"/>
              <a:cs typeface="+mn-lt"/>
            </a:endParaRPr>
          </a:p>
          <a:p>
            <a:r>
              <a:rPr lang="en-PH" sz="4800" b="1">
                <a:ea typeface="+mn-lt"/>
                <a:cs typeface="+mn-lt"/>
              </a:rPr>
              <a:t> Field: Search results display</a:t>
            </a:r>
            <a:endParaRPr lang="en-PH" b="1"/>
          </a:p>
          <a:p>
            <a:r>
              <a:rPr lang="en-PH" sz="4800">
                <a:ea typeface="+mn-lt"/>
                <a:cs typeface="+mn-lt"/>
              </a:rPr>
              <a:t>  Logic: Conditional rendering</a:t>
            </a:r>
            <a:endParaRPr lang="en-PH"/>
          </a:p>
          <a:p>
            <a:r>
              <a:rPr lang="en-PH" sz="4800">
                <a:ea typeface="+mn-lt"/>
                <a:cs typeface="+mn-lt"/>
              </a:rPr>
              <a:t>    If search term provided: Show filtered results with count</a:t>
            </a:r>
            <a:endParaRPr lang="en-PH">
              <a:ea typeface="+mn-lt"/>
              <a:cs typeface="+mn-lt"/>
            </a:endParaRPr>
          </a:p>
          <a:p>
            <a:r>
              <a:rPr lang="en-PH" sz="4800">
                <a:ea typeface="+mn-lt"/>
                <a:cs typeface="+mn-lt"/>
              </a:rPr>
              <a:t>    If no results: Display "No books found" message</a:t>
            </a:r>
            <a:endParaRPr lang="en-PH"/>
          </a:p>
          <a:p>
            <a:r>
              <a:rPr lang="en-PH" sz="4800">
                <a:ea typeface="+mn-lt"/>
                <a:cs typeface="+mn-lt"/>
              </a:rPr>
              <a:t>    If no search: Show new arrivals section</a:t>
            </a:r>
            <a:endParaRPr lang="en-PH"/>
          </a:p>
        </p:txBody>
      </p:sp>
    </p:spTree>
    <p:extLst>
      <p:ext uri="{BB962C8B-B14F-4D97-AF65-F5344CB8AC3E}">
        <p14:creationId xmlns:p14="http://schemas.microsoft.com/office/powerpoint/2010/main" val="1030623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659F-A4E3-D6B0-68B1-00D962EFB2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E0B605-DE7E-7676-DD3C-AE286D406809}"/>
              </a:ext>
            </a:extLst>
          </p:cNvPr>
          <p:cNvSpPr txBox="1"/>
          <p:nvPr/>
        </p:nvSpPr>
        <p:spPr>
          <a:xfrm>
            <a:off x="2055205" y="2052729"/>
            <a:ext cx="20234313" cy="113569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baseline="0">
                <a:latin typeface="Calibri"/>
              </a:rPr>
              <a:t>Landing Page </a:t>
            </a:r>
            <a:r>
              <a:rPr lang="en-PH" sz="3600" b="1" i="1">
                <a:latin typeface="Calibri"/>
              </a:rPr>
              <a:t>– </a:t>
            </a:r>
            <a:r>
              <a:rPr lang="en-PH" sz="3600">
                <a:ea typeface="+mn-lt"/>
                <a:cs typeface="+mn-lt"/>
              </a:rPr>
              <a:t>Book Cards</a:t>
            </a:r>
            <a:endParaRPr lang="en-PH" sz="3600" b="1" i="1">
              <a:latin typeface="Calibri"/>
            </a:endParaRPr>
          </a:p>
          <a:p>
            <a:r>
              <a:rPr lang="en-PH" sz="3600">
                <a:ea typeface="+mn-lt"/>
                <a:cs typeface="+mn-lt"/>
              </a:rPr>
              <a:t> </a:t>
            </a:r>
            <a:r>
              <a:rPr lang="en-PH" sz="3600" b="1">
                <a:ea typeface="+mn-lt"/>
                <a:cs typeface="+mn-lt"/>
              </a:rPr>
              <a:t>Field: New Arrivals section</a:t>
            </a:r>
            <a:endParaRPr lang="en-PH" sz="3600" b="1"/>
          </a:p>
          <a:p>
            <a:r>
              <a:rPr lang="en-PH" sz="3600">
                <a:ea typeface="+mn-lt"/>
                <a:cs typeface="+mn-lt"/>
              </a:rPr>
              <a:t>  Logic: Display recent books (first 8, ordered by creation date)</a:t>
            </a:r>
            <a:endParaRPr lang="en-PH" sz="3600"/>
          </a:p>
          <a:p>
            <a:r>
              <a:rPr lang="en-PH" sz="3600">
                <a:ea typeface="+mn-lt"/>
                <a:cs typeface="+mn-lt"/>
              </a:rPr>
              <a:t>    Action: Enter Page load</a:t>
            </a:r>
            <a:endParaRPr lang="en-PH" sz="3600">
              <a:cs typeface="Arial"/>
            </a:endParaRPr>
          </a:p>
          <a:p>
            <a:r>
              <a:rPr lang="en-PH" sz="3600">
                <a:ea typeface="+mn-lt"/>
                <a:cs typeface="+mn-lt"/>
              </a:rPr>
              <a:t>   Action Logic: Query database for recent books; Render book grid</a:t>
            </a:r>
            <a:endParaRPr lang="en-PH" sz="3600">
              <a:cs typeface="Arial"/>
            </a:endParaRPr>
          </a:p>
          <a:p>
            <a:endParaRPr lang="en-PH" sz="1200">
              <a:ea typeface="+mn-lt"/>
              <a:cs typeface="+mn-lt"/>
            </a:endParaRPr>
          </a:p>
          <a:p>
            <a:r>
              <a:rPr lang="en-PH" sz="3600" b="1">
                <a:ea typeface="+mn-lt"/>
                <a:cs typeface="+mn-lt"/>
              </a:rPr>
              <a:t> Field: Book card</a:t>
            </a:r>
          </a:p>
          <a:p>
            <a:r>
              <a:rPr lang="en-PH" sz="3600">
                <a:ea typeface="+mn-lt"/>
                <a:cs typeface="+mn-lt"/>
              </a:rPr>
              <a:t>  Logic: Display book preview (cover, title, author)</a:t>
            </a:r>
            <a:endParaRPr lang="en-PH" sz="3600"/>
          </a:p>
          <a:p>
            <a:r>
              <a:rPr lang="en-PH" sz="3600">
                <a:ea typeface="+mn-lt"/>
                <a:cs typeface="+mn-lt"/>
              </a:rPr>
              <a:t>    Action: Click book card</a:t>
            </a:r>
          </a:p>
          <a:p>
            <a:r>
              <a:rPr lang="en-PH" sz="3600">
                <a:ea typeface="+mn-lt"/>
                <a:cs typeface="+mn-lt"/>
              </a:rPr>
              <a:t>   Action Logic: Open book details modal</a:t>
            </a:r>
          </a:p>
          <a:p>
            <a:endParaRPr lang="en-PH" sz="3600">
              <a:cs typeface="Arial"/>
            </a:endParaRPr>
          </a:p>
          <a:p>
            <a:r>
              <a:rPr lang="en-PH" sz="3600" b="1">
                <a:ea typeface="+mn-lt"/>
                <a:cs typeface="+mn-lt"/>
              </a:rPr>
              <a:t> Field: Book modal</a:t>
            </a:r>
            <a:endParaRPr lang="en-PH" sz="3600">
              <a:ea typeface="+mn-lt"/>
              <a:cs typeface="+mn-lt"/>
            </a:endParaRPr>
          </a:p>
          <a:p>
            <a:r>
              <a:rPr lang="en-PH" sz="3600">
                <a:ea typeface="+mn-lt"/>
                <a:cs typeface="+mn-lt"/>
              </a:rPr>
              <a:t>  Logic: Show detailed book information</a:t>
            </a:r>
            <a:endParaRPr lang="en-PH" sz="3600"/>
          </a:p>
          <a:p>
            <a:r>
              <a:rPr lang="en-PH" sz="3600">
                <a:ea typeface="+mn-lt"/>
                <a:cs typeface="+mn-lt"/>
              </a:rPr>
              <a:t>    Display: Cover image, title, author, category, genre, ISBN, publisher, publication date, page count, available copies, description</a:t>
            </a:r>
            <a:endParaRPr lang="en-PH" sz="3600"/>
          </a:p>
          <a:p>
            <a:r>
              <a:rPr lang="en-PH" sz="3600">
                <a:ea typeface="+mn-lt"/>
                <a:cs typeface="+mn-lt"/>
              </a:rPr>
              <a:t>    Action: Click close button (×)</a:t>
            </a:r>
            <a:endParaRPr lang="en-PH" sz="3600"/>
          </a:p>
          <a:p>
            <a:r>
              <a:rPr lang="en-PH" sz="3600">
                <a:ea typeface="+mn-lt"/>
                <a:cs typeface="+mn-lt"/>
              </a:rPr>
              <a:t>     Action Logic: Hide modal</a:t>
            </a:r>
            <a:endParaRPr lang="en-PH" sz="3600"/>
          </a:p>
          <a:p>
            <a:r>
              <a:rPr lang="en-PH" sz="3600">
                <a:ea typeface="+mn-lt"/>
                <a:cs typeface="+mn-lt"/>
              </a:rPr>
              <a:t>    Action: Press Escape key</a:t>
            </a:r>
            <a:endParaRPr lang="en-PH" sz="3600"/>
          </a:p>
          <a:p>
            <a:r>
              <a:rPr lang="en-PH" sz="3600">
                <a:ea typeface="+mn-lt"/>
                <a:cs typeface="+mn-lt"/>
              </a:rPr>
              <a:t>     Action Logic: Close modal</a:t>
            </a:r>
            <a:endParaRPr lang="en-PH" sz="3600"/>
          </a:p>
          <a:p>
            <a:r>
              <a:rPr lang="en-PH" sz="3600">
                <a:ea typeface="+mn-lt"/>
                <a:cs typeface="+mn-lt"/>
              </a:rPr>
              <a:t>    Action: Click outside modal</a:t>
            </a:r>
            <a:endParaRPr lang="en-PH" sz="3600"/>
          </a:p>
          <a:p>
            <a:r>
              <a:rPr lang="en-PH" sz="3600">
                <a:ea typeface="+mn-lt"/>
                <a:cs typeface="+mn-lt"/>
              </a:rPr>
              <a:t>     Action Logic: Close modal</a:t>
            </a:r>
            <a:endParaRPr lang="en-PH" sz="3600"/>
          </a:p>
        </p:txBody>
      </p:sp>
      <p:sp>
        <p:nvSpPr>
          <p:cNvPr id="6" name="Text Placeholder 5">
            <a:extLst>
              <a:ext uri="{FF2B5EF4-FFF2-40B4-BE49-F238E27FC236}">
                <a16:creationId xmlns:a16="http://schemas.microsoft.com/office/drawing/2014/main" id="{15CA6653-201B-D840-3AEB-B8893C08C04B}"/>
              </a:ext>
            </a:extLst>
          </p:cNvPr>
          <p:cNvSpPr>
            <a:spLocks noGrp="1"/>
          </p:cNvSpPr>
          <p:nvPr>
            <p:ph type="body" sz="quarter" idx="13"/>
          </p:nvPr>
        </p:nvSpPr>
        <p:spPr/>
        <p:txBody>
          <a:bodyPr/>
          <a:lstStyle/>
          <a:p>
            <a:r>
              <a:rPr lang="en-PH">
                <a:latin typeface="Impact"/>
              </a:rPr>
              <a:t>1.0 </a:t>
            </a:r>
            <a:r>
              <a:rPr lang="en-PH" i="1">
                <a:latin typeface="Impact"/>
              </a:rPr>
              <a:t>Landing Page Logic</a:t>
            </a:r>
            <a:endParaRPr lang="en-PH" i="1"/>
          </a:p>
        </p:txBody>
      </p:sp>
    </p:spTree>
    <p:extLst>
      <p:ext uri="{BB962C8B-B14F-4D97-AF65-F5344CB8AC3E}">
        <p14:creationId xmlns:p14="http://schemas.microsoft.com/office/powerpoint/2010/main" val="237016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EE621-B97E-7D04-49D3-56F73A0CE9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E4FC33-D756-1886-EEB0-54EAE6D1BB13}"/>
              </a:ext>
            </a:extLst>
          </p:cNvPr>
          <p:cNvSpPr txBox="1"/>
          <p:nvPr/>
        </p:nvSpPr>
        <p:spPr>
          <a:xfrm>
            <a:off x="1505481" y="1961108"/>
            <a:ext cx="20234313" cy="104951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400" b="1" i="1" baseline="0">
                <a:latin typeface="Calibri"/>
              </a:rPr>
              <a:t>Landing Page </a:t>
            </a:r>
            <a:r>
              <a:rPr lang="en-PH" sz="4400" b="1" i="1">
                <a:latin typeface="Calibri"/>
              </a:rPr>
              <a:t>– </a:t>
            </a:r>
            <a:r>
              <a:rPr lang="en-PH" sz="4400" b="1" i="1">
                <a:latin typeface="Calibri"/>
                <a:ea typeface="+mn-lt"/>
                <a:cs typeface="+mn-lt"/>
              </a:rPr>
              <a:t>Dashboard (Admin View)</a:t>
            </a:r>
            <a:endParaRPr lang="en-PH" sz="4400">
              <a:latin typeface="Arial"/>
              <a:cs typeface="Arial"/>
            </a:endParaRPr>
          </a:p>
          <a:p>
            <a:r>
              <a:rPr lang="en-PH" sz="4400">
                <a:ea typeface="+mn-lt"/>
                <a:cs typeface="+mn-lt"/>
              </a:rPr>
              <a:t> </a:t>
            </a:r>
            <a:r>
              <a:rPr lang="en-PH" sz="4400" b="1">
                <a:ea typeface="+mn-lt"/>
                <a:cs typeface="+mn-lt"/>
              </a:rPr>
              <a:t>Field: Statistics cards</a:t>
            </a:r>
            <a:endParaRPr lang="en-PH" sz="4400" b="1"/>
          </a:p>
          <a:p>
            <a:r>
              <a:rPr lang="en-PH" sz="4400">
                <a:ea typeface="+mn-lt"/>
                <a:cs typeface="+mn-lt"/>
              </a:rPr>
              <a:t>  Logic: Real-time database queries</a:t>
            </a:r>
            <a:endParaRPr lang="en-PH" sz="4400"/>
          </a:p>
          <a:p>
            <a:r>
              <a:rPr lang="en-PH" sz="4400">
                <a:ea typeface="+mn-lt"/>
                <a:cs typeface="+mn-lt"/>
              </a:rPr>
              <a:t>    Action: Enter Page load</a:t>
            </a:r>
            <a:endParaRPr lang="en-PH" sz="4400">
              <a:cs typeface="Arial"/>
            </a:endParaRPr>
          </a:p>
          <a:p>
            <a:r>
              <a:rPr lang="en-PH" sz="4400">
                <a:ea typeface="+mn-lt"/>
                <a:cs typeface="+mn-lt"/>
              </a:rPr>
              <a:t>   Display metrics:</a:t>
            </a:r>
            <a:endParaRPr lang="en-PH" sz="4400"/>
          </a:p>
          <a:p>
            <a:r>
              <a:rPr lang="en-PH" sz="4400">
                <a:ea typeface="+mn-lt"/>
                <a:cs typeface="+mn-lt"/>
              </a:rPr>
              <a:t>    Total/Available/Borrowed/Lost/Damaged books</a:t>
            </a:r>
            <a:endParaRPr lang="en-PH" sz="4400"/>
          </a:p>
          <a:p>
            <a:r>
              <a:rPr lang="en-PH" sz="4400">
                <a:ea typeface="+mn-lt"/>
                <a:cs typeface="+mn-lt"/>
              </a:rPr>
              <a:t>    Total/Active/Suspended members</a:t>
            </a:r>
            <a:endParaRPr lang="en-PH" sz="4400"/>
          </a:p>
          <a:p>
            <a:r>
              <a:rPr lang="en-PH" sz="4400">
                <a:ea typeface="+mn-lt"/>
                <a:cs typeface="+mn-lt"/>
              </a:rPr>
              <a:t>    Active/Overdue transactions</a:t>
            </a:r>
            <a:endParaRPr lang="en-PH" sz="4400"/>
          </a:p>
          <a:p>
            <a:r>
              <a:rPr lang="en-PH" sz="4400">
                <a:ea typeface="+mn-lt"/>
                <a:cs typeface="+mn-lt"/>
              </a:rPr>
              <a:t>    Unpaid fines, collected fines</a:t>
            </a:r>
            <a:endParaRPr lang="en-PH" sz="4400"/>
          </a:p>
          <a:p>
            <a:r>
              <a:rPr lang="en-PH" sz="4400">
                <a:ea typeface="+mn-lt"/>
                <a:cs typeface="+mn-lt"/>
              </a:rPr>
              <a:t>    Action: Page load (if Admin)</a:t>
            </a:r>
          </a:p>
          <a:p>
            <a:r>
              <a:rPr lang="en-PH" sz="4400">
                <a:ea typeface="+mn-lt"/>
                <a:cs typeface="+mn-lt"/>
              </a:rPr>
              <a:t>   Action Logic: Calculate all statistics from database</a:t>
            </a:r>
            <a:endParaRPr lang="en-PH" sz="4400">
              <a:cs typeface="Arial"/>
            </a:endParaRPr>
          </a:p>
          <a:p>
            <a:endParaRPr lang="en-PH" sz="1600">
              <a:ea typeface="+mn-lt"/>
              <a:cs typeface="+mn-lt"/>
            </a:endParaRPr>
          </a:p>
          <a:p>
            <a:r>
              <a:rPr lang="en-PH" sz="4400" b="1">
                <a:ea typeface="+mn-lt"/>
                <a:cs typeface="+mn-lt"/>
              </a:rPr>
              <a:t> Field: Quick action buttons</a:t>
            </a:r>
          </a:p>
          <a:p>
            <a:r>
              <a:rPr lang="en-PH" sz="4400">
                <a:ea typeface="+mn-lt"/>
                <a:cs typeface="+mn-lt"/>
              </a:rPr>
              <a:t>  Logic: Navigation shortcuts for admin tasks</a:t>
            </a:r>
            <a:endParaRPr lang="en-PH" sz="4400"/>
          </a:p>
          <a:p>
            <a:r>
              <a:rPr lang="en-PH" sz="4400">
                <a:ea typeface="+mn-lt"/>
                <a:cs typeface="+mn-lt"/>
              </a:rPr>
              <a:t>    Action: Click any quick action</a:t>
            </a:r>
          </a:p>
          <a:p>
            <a:r>
              <a:rPr lang="en-PH" sz="4400">
                <a:ea typeface="+mn-lt"/>
                <a:cs typeface="+mn-lt"/>
              </a:rPr>
              <a:t>   Action Logic: Navigate to corresponding management page</a:t>
            </a:r>
            <a:endParaRPr lang="en-PH" sz="4400"/>
          </a:p>
        </p:txBody>
      </p:sp>
      <p:sp>
        <p:nvSpPr>
          <p:cNvPr id="6" name="Text Placeholder 5">
            <a:extLst>
              <a:ext uri="{FF2B5EF4-FFF2-40B4-BE49-F238E27FC236}">
                <a16:creationId xmlns:a16="http://schemas.microsoft.com/office/drawing/2014/main" id="{4A3722FE-183B-B76B-180F-D8BECBDDC483}"/>
              </a:ext>
            </a:extLst>
          </p:cNvPr>
          <p:cNvSpPr>
            <a:spLocks noGrp="1"/>
          </p:cNvSpPr>
          <p:nvPr>
            <p:ph type="body" sz="quarter" idx="13"/>
          </p:nvPr>
        </p:nvSpPr>
        <p:spPr/>
        <p:txBody>
          <a:bodyPr/>
          <a:lstStyle/>
          <a:p>
            <a:r>
              <a:rPr lang="en-PH">
                <a:latin typeface="Impact"/>
              </a:rPr>
              <a:t>1.0 </a:t>
            </a:r>
            <a:r>
              <a:rPr lang="en-PH" i="1">
                <a:latin typeface="Impact"/>
              </a:rPr>
              <a:t>Landing Page Logic</a:t>
            </a:r>
            <a:endParaRPr lang="en-PH" i="1"/>
          </a:p>
        </p:txBody>
      </p:sp>
    </p:spTree>
    <p:extLst>
      <p:ext uri="{BB962C8B-B14F-4D97-AF65-F5344CB8AC3E}">
        <p14:creationId xmlns:p14="http://schemas.microsoft.com/office/powerpoint/2010/main" val="628387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909C1-8937-AA87-8644-4A60EAEFEF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84F944-306B-C907-E401-319242081253}"/>
              </a:ext>
            </a:extLst>
          </p:cNvPr>
          <p:cNvSpPr txBox="1"/>
          <p:nvPr/>
        </p:nvSpPr>
        <p:spPr>
          <a:xfrm>
            <a:off x="1505481" y="1961108"/>
            <a:ext cx="20234313" cy="78790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5400" b="1" i="1" baseline="0">
                <a:latin typeface="Calibri"/>
              </a:rPr>
              <a:t>Landing Page </a:t>
            </a:r>
            <a:r>
              <a:rPr lang="en-PH" sz="5400" b="1" i="1">
                <a:latin typeface="Calibri"/>
              </a:rPr>
              <a:t>– </a:t>
            </a:r>
            <a:r>
              <a:rPr lang="en-PH" sz="5400" b="1" i="1">
                <a:latin typeface="Calibri"/>
                <a:ea typeface="+mn-lt"/>
                <a:cs typeface="+mn-lt"/>
              </a:rPr>
              <a:t>Footer</a:t>
            </a:r>
            <a:endParaRPr lang="en-PH" sz="5400">
              <a:latin typeface="Arial"/>
              <a:cs typeface="Arial"/>
            </a:endParaRPr>
          </a:p>
          <a:p>
            <a:r>
              <a:rPr lang="en-PH" sz="5400">
                <a:ea typeface="+mn-lt"/>
                <a:cs typeface="+mn-lt"/>
              </a:rPr>
              <a:t> </a:t>
            </a:r>
            <a:r>
              <a:rPr lang="en-PH" sz="5400" b="1">
                <a:ea typeface="+mn-lt"/>
                <a:cs typeface="+mn-lt"/>
              </a:rPr>
              <a:t>Field: Footer links</a:t>
            </a:r>
            <a:endParaRPr lang="en-PH" sz="5400" b="1"/>
          </a:p>
          <a:p>
            <a:r>
              <a:rPr lang="en-PH" sz="5400">
                <a:ea typeface="+mn-lt"/>
                <a:cs typeface="+mn-lt"/>
              </a:rPr>
              <a:t>  Logic: Static informational links</a:t>
            </a:r>
            <a:endParaRPr lang="en-PH" sz="5400"/>
          </a:p>
          <a:p>
            <a:r>
              <a:rPr lang="en-PH" sz="5400">
                <a:ea typeface="+mn-lt"/>
                <a:cs typeface="+mn-lt"/>
              </a:rPr>
              <a:t>    Action: </a:t>
            </a:r>
            <a:r>
              <a:rPr lang="en-PH" sz="5400" err="1">
                <a:ea typeface="+mn-lt"/>
                <a:cs typeface="+mn-lt"/>
              </a:rPr>
              <a:t>Cick</a:t>
            </a:r>
            <a:r>
              <a:rPr lang="en-PH" sz="5400">
                <a:ea typeface="+mn-lt"/>
                <a:cs typeface="+mn-lt"/>
              </a:rPr>
              <a:t> link</a:t>
            </a:r>
            <a:endParaRPr lang="en-PH" sz="5400">
              <a:cs typeface="Arial"/>
            </a:endParaRPr>
          </a:p>
          <a:p>
            <a:r>
              <a:rPr lang="en-PH" sz="5400">
                <a:ea typeface="+mn-lt"/>
                <a:cs typeface="+mn-lt"/>
              </a:rPr>
              <a:t>   Action Logic: Navigate to respective page or section</a:t>
            </a:r>
            <a:endParaRPr lang="en-PH" sz="5400"/>
          </a:p>
          <a:p>
            <a:endParaRPr lang="en-PH" sz="2000">
              <a:cs typeface="Arial"/>
            </a:endParaRPr>
          </a:p>
          <a:p>
            <a:r>
              <a:rPr lang="en-PH" sz="5400" b="1">
                <a:ea typeface="+mn-lt"/>
                <a:cs typeface="+mn-lt"/>
              </a:rPr>
              <a:t> Field: Copyright</a:t>
            </a:r>
          </a:p>
          <a:p>
            <a:r>
              <a:rPr lang="en-PH" sz="5400">
                <a:ea typeface="+mn-lt"/>
                <a:cs typeface="+mn-lt"/>
              </a:rPr>
              <a:t>  Logic: Display current year</a:t>
            </a:r>
            <a:endParaRPr lang="en-PH" sz="5400"/>
          </a:p>
          <a:p>
            <a:r>
              <a:rPr lang="en-PH" sz="5400">
                <a:ea typeface="+mn-lt"/>
                <a:cs typeface="+mn-lt"/>
              </a:rPr>
              <a:t>    Action: Page render</a:t>
            </a:r>
          </a:p>
          <a:p>
            <a:r>
              <a:rPr lang="en-PH" sz="5400">
                <a:ea typeface="+mn-lt"/>
                <a:cs typeface="+mn-lt"/>
              </a:rPr>
              <a:t>   Action Logic: Show copyright with dynamic year</a:t>
            </a:r>
            <a:endParaRPr lang="en-PH" sz="5400"/>
          </a:p>
        </p:txBody>
      </p:sp>
      <p:sp>
        <p:nvSpPr>
          <p:cNvPr id="6" name="Text Placeholder 5">
            <a:extLst>
              <a:ext uri="{FF2B5EF4-FFF2-40B4-BE49-F238E27FC236}">
                <a16:creationId xmlns:a16="http://schemas.microsoft.com/office/drawing/2014/main" id="{F5544774-326E-1E7A-C32D-00C1D603FFF4}"/>
              </a:ext>
            </a:extLst>
          </p:cNvPr>
          <p:cNvSpPr>
            <a:spLocks noGrp="1"/>
          </p:cNvSpPr>
          <p:nvPr>
            <p:ph type="body" sz="quarter" idx="13"/>
          </p:nvPr>
        </p:nvSpPr>
        <p:spPr/>
        <p:txBody>
          <a:bodyPr/>
          <a:lstStyle/>
          <a:p>
            <a:r>
              <a:rPr lang="en-PH">
                <a:latin typeface="Impact"/>
              </a:rPr>
              <a:t>1.0 </a:t>
            </a:r>
            <a:r>
              <a:rPr lang="en-PH" i="1">
                <a:latin typeface="Impact"/>
              </a:rPr>
              <a:t>Landing Page Logic</a:t>
            </a:r>
            <a:endParaRPr lang="en-PH" i="1"/>
          </a:p>
        </p:txBody>
      </p:sp>
    </p:spTree>
    <p:extLst>
      <p:ext uri="{BB962C8B-B14F-4D97-AF65-F5344CB8AC3E}">
        <p14:creationId xmlns:p14="http://schemas.microsoft.com/office/powerpoint/2010/main" val="3515498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34A96-41EC-4A0D-8C94-AA85C8A4AEE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08EBB618-1054-5F28-4EAF-ABA6ADD82E6A}"/>
              </a:ext>
            </a:extLst>
          </p:cNvPr>
          <p:cNvSpPr>
            <a:spLocks noGrp="1"/>
          </p:cNvSpPr>
          <p:nvPr>
            <p:ph type="body" sz="quarter" idx="13"/>
          </p:nvPr>
        </p:nvSpPr>
        <p:spPr/>
        <p:txBody>
          <a:bodyPr/>
          <a:lstStyle/>
          <a:p>
            <a:r>
              <a:rPr lang="en-PH">
                <a:latin typeface="Impact"/>
              </a:rPr>
              <a:t>2.1 Authentication – Login Page</a:t>
            </a:r>
            <a:endParaRPr lang="en-PH"/>
          </a:p>
        </p:txBody>
      </p:sp>
      <p:pic>
        <p:nvPicPr>
          <p:cNvPr id="3" name="Picture 2">
            <a:extLst>
              <a:ext uri="{FF2B5EF4-FFF2-40B4-BE49-F238E27FC236}">
                <a16:creationId xmlns:a16="http://schemas.microsoft.com/office/drawing/2014/main" id="{5EFD2679-322C-D859-77D1-9BE3BAD4BA3C}"/>
              </a:ext>
            </a:extLst>
          </p:cNvPr>
          <p:cNvPicPr>
            <a:picLocks noChangeAspect="1"/>
          </p:cNvPicPr>
          <p:nvPr/>
        </p:nvPicPr>
        <p:blipFill>
          <a:blip r:embed="rId2"/>
          <a:stretch>
            <a:fillRect/>
          </a:stretch>
        </p:blipFill>
        <p:spPr>
          <a:xfrm>
            <a:off x="758481" y="1748459"/>
            <a:ext cx="22540160" cy="11472110"/>
          </a:xfrm>
          <a:prstGeom prst="rect">
            <a:avLst/>
          </a:prstGeom>
        </p:spPr>
      </p:pic>
    </p:spTree>
    <p:extLst>
      <p:ext uri="{BB962C8B-B14F-4D97-AF65-F5344CB8AC3E}">
        <p14:creationId xmlns:p14="http://schemas.microsoft.com/office/powerpoint/2010/main" val="2703295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07D8D-F9E1-AB8F-FB01-7661CE813D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A14217-D156-B310-91C9-FCC44DC71561}"/>
              </a:ext>
            </a:extLst>
          </p:cNvPr>
          <p:cNvSpPr txBox="1"/>
          <p:nvPr/>
        </p:nvSpPr>
        <p:spPr>
          <a:xfrm>
            <a:off x="1505481" y="1961108"/>
            <a:ext cx="20234313" cy="98180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5400" b="1" i="1">
                <a:latin typeface="DejaVu Sans"/>
                <a:ea typeface="Calibri"/>
                <a:cs typeface="Calibri"/>
              </a:rPr>
              <a:t>Account/</a:t>
            </a:r>
            <a:r>
              <a:rPr lang="en-PH" sz="5400" b="1" i="1">
                <a:solidFill>
                  <a:srgbClr val="000000"/>
                </a:solidFill>
                <a:latin typeface="DejaVu Sans"/>
                <a:ea typeface="Calibri"/>
                <a:cs typeface="Calibri"/>
              </a:rPr>
              <a:t>Login — Login Form</a:t>
            </a:r>
            <a:endParaRPr lang="en-PH" sz="5400">
              <a:cs typeface="Arial"/>
            </a:endParaRPr>
          </a:p>
          <a:p>
            <a:r>
              <a:rPr lang="en-PH" sz="5400">
                <a:solidFill>
                  <a:srgbClr val="000000"/>
                </a:solidFill>
                <a:latin typeface="Arial"/>
                <a:ea typeface="Calibri"/>
                <a:cs typeface="Arial"/>
              </a:rPr>
              <a:t> </a:t>
            </a:r>
            <a:r>
              <a:rPr lang="en-PH" sz="5400" b="1">
                <a:solidFill>
                  <a:srgbClr val="000000"/>
                </a:solidFill>
                <a:latin typeface="Arial"/>
                <a:ea typeface="Calibri"/>
                <a:cs typeface="Arial"/>
              </a:rPr>
              <a:t>Field: Email input</a:t>
            </a:r>
          </a:p>
          <a:p>
            <a:r>
              <a:rPr lang="en-PH" sz="5400">
                <a:solidFill>
                  <a:srgbClr val="000000"/>
                </a:solidFill>
                <a:latin typeface="Arial"/>
                <a:ea typeface="Calibri"/>
                <a:cs typeface="Arial"/>
              </a:rPr>
              <a:t>  Logic: Required field validation</a:t>
            </a:r>
          </a:p>
          <a:p>
            <a:r>
              <a:rPr lang="en-PH" sz="5400">
                <a:solidFill>
                  <a:srgbClr val="000000"/>
                </a:solidFill>
                <a:latin typeface="Arial"/>
                <a:ea typeface="Calibri"/>
                <a:cs typeface="Arial"/>
              </a:rPr>
              <a:t>    Validation: Must be valid email format</a:t>
            </a:r>
          </a:p>
          <a:p>
            <a:endParaRPr lang="en-PH" sz="2000">
              <a:solidFill>
                <a:srgbClr val="000000"/>
              </a:solidFill>
              <a:latin typeface="Arial"/>
              <a:ea typeface="Calibri"/>
              <a:cs typeface="Arial"/>
            </a:endParaRPr>
          </a:p>
          <a:p>
            <a:r>
              <a:rPr lang="en-PH" sz="5400" b="1">
                <a:solidFill>
                  <a:srgbClr val="000000"/>
                </a:solidFill>
                <a:latin typeface="Arial"/>
                <a:ea typeface="Calibri"/>
                <a:cs typeface="Arial"/>
              </a:rPr>
              <a:t> Field: Password input</a:t>
            </a:r>
            <a:endParaRPr lang="en-PH">
              <a:solidFill>
                <a:srgbClr val="000000"/>
              </a:solidFill>
              <a:latin typeface="Arial"/>
              <a:ea typeface="Calibri"/>
              <a:cs typeface="Arial"/>
            </a:endParaRPr>
          </a:p>
          <a:p>
            <a:r>
              <a:rPr lang="en-PH" sz="5400">
                <a:solidFill>
                  <a:srgbClr val="000000"/>
                </a:solidFill>
                <a:latin typeface="Arial"/>
                <a:ea typeface="Calibri"/>
                <a:cs typeface="Arial"/>
              </a:rPr>
              <a:t>  Logic: Required field; masked input</a:t>
            </a:r>
          </a:p>
          <a:p>
            <a:r>
              <a:rPr lang="en-PH" sz="5400">
                <a:solidFill>
                  <a:srgbClr val="000000"/>
                </a:solidFill>
                <a:latin typeface="Arial"/>
                <a:ea typeface="Calibri"/>
                <a:cs typeface="Arial"/>
              </a:rPr>
              <a:t>    Validation: Not empty</a:t>
            </a:r>
            <a:endParaRPr lang="en-PH">
              <a:solidFill>
                <a:srgbClr val="000000"/>
              </a:solidFill>
              <a:latin typeface="Arial"/>
              <a:ea typeface="Calibri"/>
              <a:cs typeface="Arial"/>
            </a:endParaRPr>
          </a:p>
          <a:p>
            <a:r>
              <a:rPr lang="en-PH" sz="5400" b="1">
                <a:solidFill>
                  <a:srgbClr val="000000"/>
                </a:solidFill>
                <a:latin typeface="Arial"/>
                <a:ea typeface="Calibri"/>
                <a:cs typeface="Arial"/>
              </a:rPr>
              <a:t> Field: Remember Me checkbox</a:t>
            </a:r>
            <a:endParaRPr lang="en-PH" sz="5400">
              <a:solidFill>
                <a:srgbClr val="000000"/>
              </a:solidFill>
              <a:latin typeface="Arial"/>
              <a:ea typeface="Calibri"/>
              <a:cs typeface="Arial"/>
            </a:endParaRPr>
          </a:p>
          <a:p>
            <a:r>
              <a:rPr lang="en-PH" sz="5400">
                <a:solidFill>
                  <a:srgbClr val="000000"/>
                </a:solidFill>
                <a:latin typeface="Arial"/>
                <a:ea typeface="Calibri"/>
                <a:cs typeface="Arial"/>
              </a:rPr>
              <a:t>  Logic: Optional persistent login</a:t>
            </a:r>
            <a:endParaRPr lang="en-PH"/>
          </a:p>
          <a:p>
            <a:r>
              <a:rPr lang="en-PH" sz="5400">
                <a:solidFill>
                  <a:srgbClr val="000000"/>
                </a:solidFill>
                <a:latin typeface="Arial"/>
                <a:ea typeface="Calibri"/>
                <a:cs typeface="Arial"/>
              </a:rPr>
              <a:t>    Action: Check/uncheck</a:t>
            </a:r>
            <a:endParaRPr lang="en-PH"/>
          </a:p>
          <a:p>
            <a:r>
              <a:rPr lang="en-PH" sz="5400">
                <a:solidFill>
                  <a:srgbClr val="000000"/>
                </a:solidFill>
                <a:latin typeface="Arial"/>
                <a:ea typeface="Calibri"/>
                <a:cs typeface="Arial"/>
              </a:rPr>
              <a:t>   Action Logic: Set cookie expiration (24 hours vs session)</a:t>
            </a:r>
            <a:endParaRPr lang="en-PH"/>
          </a:p>
          <a:p>
            <a:endParaRPr lang="en-PH">
              <a:solidFill>
                <a:srgbClr val="000000"/>
              </a:solidFill>
              <a:latin typeface="Arial"/>
              <a:ea typeface="Calibri"/>
              <a:cs typeface="Arial"/>
            </a:endParaRPr>
          </a:p>
        </p:txBody>
      </p:sp>
      <p:sp>
        <p:nvSpPr>
          <p:cNvPr id="6" name="Text Placeholder 5">
            <a:extLst>
              <a:ext uri="{FF2B5EF4-FFF2-40B4-BE49-F238E27FC236}">
                <a16:creationId xmlns:a16="http://schemas.microsoft.com/office/drawing/2014/main" id="{04F2C520-78F1-967C-3F7A-79A451886FE7}"/>
              </a:ext>
            </a:extLst>
          </p:cNvPr>
          <p:cNvSpPr>
            <a:spLocks noGrp="1"/>
          </p:cNvSpPr>
          <p:nvPr>
            <p:ph type="body" sz="quarter" idx="13"/>
          </p:nvPr>
        </p:nvSpPr>
        <p:spPr/>
        <p:txBody>
          <a:bodyPr/>
          <a:lstStyle/>
          <a:p>
            <a:r>
              <a:rPr lang="en-PH">
                <a:latin typeface="Impact"/>
              </a:rPr>
              <a:t>2.1 </a:t>
            </a:r>
            <a:r>
              <a:rPr lang="en-PH" i="1">
                <a:latin typeface="Impact"/>
              </a:rPr>
              <a:t>Authentication – Login Page Logic</a:t>
            </a:r>
            <a:endParaRPr lang="en-PH" i="1"/>
          </a:p>
        </p:txBody>
      </p:sp>
    </p:spTree>
    <p:extLst>
      <p:ext uri="{BB962C8B-B14F-4D97-AF65-F5344CB8AC3E}">
        <p14:creationId xmlns:p14="http://schemas.microsoft.com/office/powerpoint/2010/main" val="113508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12F5D-0D6B-5196-A38A-309734BA7E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E8A038-90CE-B255-6EC1-53243DDF0D3A}"/>
              </a:ext>
            </a:extLst>
          </p:cNvPr>
          <p:cNvSpPr txBox="1"/>
          <p:nvPr/>
        </p:nvSpPr>
        <p:spPr>
          <a:xfrm>
            <a:off x="528972" y="1961108"/>
            <a:ext cx="21593059" cy="109722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DejaVu Sans"/>
                <a:ea typeface="Calibri"/>
                <a:cs typeface="Calibri"/>
              </a:rPr>
              <a:t>Account/</a:t>
            </a:r>
            <a:r>
              <a:rPr lang="en-PH" sz="3600" b="1" i="1">
                <a:solidFill>
                  <a:srgbClr val="000000"/>
                </a:solidFill>
                <a:latin typeface="DejaVu Sans"/>
                <a:ea typeface="Calibri"/>
                <a:cs typeface="Calibri"/>
              </a:rPr>
              <a:t>Login — Login Form</a:t>
            </a:r>
            <a:endParaRPr lang="en-PH" sz="3600">
              <a:cs typeface="Arial"/>
            </a:endParaRPr>
          </a:p>
          <a:p>
            <a:r>
              <a:rPr lang="en-PH" sz="3600">
                <a:solidFill>
                  <a:srgbClr val="000000"/>
                </a:solidFill>
                <a:latin typeface="Arial"/>
                <a:ea typeface="Calibri"/>
                <a:cs typeface="Arial"/>
              </a:rPr>
              <a:t> </a:t>
            </a:r>
            <a:r>
              <a:rPr lang="en-PH" sz="3600" b="1">
                <a:solidFill>
                  <a:srgbClr val="000000"/>
                </a:solidFill>
                <a:latin typeface="Arial"/>
                <a:ea typeface="Calibri"/>
                <a:cs typeface="Arial"/>
              </a:rPr>
              <a:t>Field: </a:t>
            </a:r>
            <a:r>
              <a:rPr lang="en-PH" sz="3600" b="1">
                <a:solidFill>
                  <a:srgbClr val="000000"/>
                </a:solidFill>
                <a:ea typeface="+mn-lt"/>
                <a:cs typeface="+mn-lt"/>
              </a:rPr>
              <a:t>Sign In button</a:t>
            </a:r>
            <a:endParaRPr lang="en-PH" sz="3600" b="1"/>
          </a:p>
          <a:p>
            <a:r>
              <a:rPr lang="en-PH" sz="3600">
                <a:solidFill>
                  <a:srgbClr val="000000"/>
                </a:solidFill>
                <a:latin typeface="Arial"/>
                <a:ea typeface="Calibri"/>
                <a:cs typeface="Arial"/>
              </a:rPr>
              <a:t>  Logic: Form submission with dual authentication</a:t>
            </a:r>
          </a:p>
          <a:p>
            <a:r>
              <a:rPr lang="en-PH" sz="3600">
                <a:solidFill>
                  <a:srgbClr val="000000"/>
                </a:solidFill>
                <a:latin typeface="Arial"/>
                <a:ea typeface="Calibri"/>
                <a:cs typeface="Arial"/>
              </a:rPr>
              <a:t>    Action: </a:t>
            </a:r>
            <a:r>
              <a:rPr lang="en-PH" sz="3600">
                <a:ea typeface="Calibri"/>
                <a:cs typeface="Arial"/>
              </a:rPr>
              <a:t>Click "Sign In"</a:t>
            </a:r>
          </a:p>
          <a:p>
            <a:r>
              <a:rPr lang="en-PH" sz="3600">
                <a:ea typeface="Calibri"/>
                <a:cs typeface="Arial"/>
              </a:rPr>
              <a:t>   Action Logic: Submit form; Validate credentials</a:t>
            </a:r>
          </a:p>
          <a:p>
            <a:r>
              <a:rPr lang="en-PH" sz="3600">
                <a:solidFill>
                  <a:srgbClr val="000000"/>
                </a:solidFill>
                <a:latin typeface="Arial"/>
                <a:ea typeface="Calibri"/>
                <a:cs typeface="Arial"/>
              </a:rPr>
              <a:t>    Step 1: Try Member login</a:t>
            </a:r>
          </a:p>
          <a:p>
            <a:r>
              <a:rPr lang="en-PH" sz="3600">
                <a:solidFill>
                  <a:srgbClr val="000000"/>
                </a:solidFill>
                <a:latin typeface="Arial"/>
                <a:ea typeface="Calibri"/>
                <a:cs typeface="Arial"/>
              </a:rPr>
              <a:t>     Validate email/password via </a:t>
            </a:r>
            <a:r>
              <a:rPr lang="en-PH" sz="3600" err="1">
                <a:solidFill>
                  <a:srgbClr val="000000"/>
                </a:solidFill>
                <a:latin typeface="Arial"/>
                <a:ea typeface="Calibri"/>
                <a:cs typeface="Arial"/>
              </a:rPr>
              <a:t>IMemberService.ValidateCredentials</a:t>
            </a:r>
            <a:r>
              <a:rPr lang="en-PH" sz="3600">
                <a:solidFill>
                  <a:srgbClr val="000000"/>
                </a:solidFill>
                <a:latin typeface="Arial"/>
                <a:ea typeface="Calibri"/>
                <a:cs typeface="Arial"/>
              </a:rPr>
              <a:t>()</a:t>
            </a:r>
          </a:p>
          <a:p>
            <a:r>
              <a:rPr lang="en-PH" sz="3600">
                <a:solidFill>
                  <a:srgbClr val="000000"/>
                </a:solidFill>
                <a:latin typeface="Arial"/>
                <a:ea typeface="Calibri"/>
                <a:cs typeface="Arial"/>
              </a:rPr>
              <a:t>     Check email verification status (if required)</a:t>
            </a:r>
          </a:p>
          <a:p>
            <a:r>
              <a:rPr lang="en-PH" sz="3600">
                <a:solidFill>
                  <a:srgbClr val="000000"/>
                </a:solidFill>
                <a:latin typeface="Arial"/>
                <a:ea typeface="Calibri"/>
                <a:cs typeface="Arial"/>
              </a:rPr>
              <a:t>     Check member status (Active/Suspended/Expired/Inactive)</a:t>
            </a:r>
          </a:p>
          <a:p>
            <a:r>
              <a:rPr lang="en-PH" sz="3600">
                <a:solidFill>
                  <a:srgbClr val="000000"/>
                </a:solidFill>
                <a:latin typeface="Arial"/>
                <a:ea typeface="Calibri"/>
                <a:cs typeface="Arial"/>
              </a:rPr>
              <a:t>     If valid and Active: Store session (</a:t>
            </a:r>
            <a:r>
              <a:rPr lang="en-PH" sz="3600" err="1">
                <a:solidFill>
                  <a:srgbClr val="000000"/>
                </a:solidFill>
                <a:latin typeface="Arial"/>
                <a:ea typeface="Calibri"/>
                <a:cs typeface="Arial"/>
              </a:rPr>
              <a:t>MemberId</a:t>
            </a:r>
            <a:r>
              <a:rPr lang="en-PH" sz="3600">
                <a:solidFill>
                  <a:srgbClr val="000000"/>
                </a:solidFill>
                <a:latin typeface="Arial"/>
                <a:ea typeface="Calibri"/>
                <a:cs typeface="Arial"/>
              </a:rPr>
              <a:t>, </a:t>
            </a:r>
            <a:r>
              <a:rPr lang="en-PH" sz="3600" err="1">
                <a:solidFill>
                  <a:srgbClr val="000000"/>
                </a:solidFill>
                <a:latin typeface="Arial"/>
                <a:ea typeface="Calibri"/>
                <a:cs typeface="Arial"/>
              </a:rPr>
              <a:t>MemberName</a:t>
            </a:r>
            <a:r>
              <a:rPr lang="en-PH" sz="3600">
                <a:solidFill>
                  <a:srgbClr val="000000"/>
                </a:solidFill>
                <a:latin typeface="Arial"/>
                <a:ea typeface="Calibri"/>
                <a:cs typeface="Arial"/>
              </a:rPr>
              <a:t>, </a:t>
            </a:r>
            <a:r>
              <a:rPr lang="en-PH" sz="3600" err="1">
                <a:solidFill>
                  <a:srgbClr val="000000"/>
                </a:solidFill>
                <a:latin typeface="Arial"/>
                <a:ea typeface="Calibri"/>
                <a:cs typeface="Arial"/>
              </a:rPr>
              <a:t>UserRole</a:t>
            </a:r>
            <a:r>
              <a:rPr lang="en-PH" sz="3600">
                <a:solidFill>
                  <a:srgbClr val="000000"/>
                </a:solidFill>
                <a:latin typeface="Arial"/>
                <a:ea typeface="Calibri"/>
                <a:cs typeface="Arial"/>
              </a:rPr>
              <a:t>="Member")</a:t>
            </a:r>
          </a:p>
          <a:p>
            <a:r>
              <a:rPr lang="en-PH" sz="3600">
                <a:solidFill>
                  <a:srgbClr val="000000"/>
                </a:solidFill>
                <a:latin typeface="Arial"/>
                <a:ea typeface="Calibri"/>
                <a:cs typeface="Arial"/>
              </a:rPr>
              <a:t>     Redirect to /Books/Index</a:t>
            </a:r>
          </a:p>
          <a:p>
            <a:r>
              <a:rPr lang="en-PH" sz="3600">
                <a:solidFill>
                  <a:srgbClr val="000000"/>
                </a:solidFill>
                <a:latin typeface="Arial"/>
                <a:ea typeface="Calibri"/>
                <a:cs typeface="Arial"/>
              </a:rPr>
              <a:t>    Step 2: If member login fails, try Admin login</a:t>
            </a:r>
          </a:p>
          <a:p>
            <a:r>
              <a:rPr lang="en-PH" sz="3600">
                <a:solidFill>
                  <a:srgbClr val="000000"/>
                </a:solidFill>
                <a:latin typeface="Arial"/>
                <a:ea typeface="Calibri"/>
                <a:cs typeface="Arial"/>
              </a:rPr>
              <a:t>     Find admin by email via </a:t>
            </a:r>
            <a:r>
              <a:rPr lang="en-PH" sz="3600" err="1">
                <a:solidFill>
                  <a:srgbClr val="000000"/>
                </a:solidFill>
                <a:latin typeface="Arial"/>
                <a:ea typeface="Calibri"/>
                <a:cs typeface="Arial"/>
              </a:rPr>
              <a:t>UserManager</a:t>
            </a:r>
            <a:endParaRPr lang="en-PH" sz="3600">
              <a:solidFill>
                <a:srgbClr val="000000"/>
              </a:solidFill>
              <a:latin typeface="Arial"/>
              <a:ea typeface="Calibri"/>
              <a:cs typeface="Arial"/>
            </a:endParaRPr>
          </a:p>
          <a:p>
            <a:r>
              <a:rPr lang="en-PH" sz="3600">
                <a:solidFill>
                  <a:srgbClr val="000000"/>
                </a:solidFill>
                <a:latin typeface="Arial"/>
                <a:ea typeface="Calibri"/>
                <a:cs typeface="Arial"/>
              </a:rPr>
              <a:t>     Verify password via </a:t>
            </a:r>
            <a:r>
              <a:rPr lang="en-PH" sz="3600" err="1">
                <a:solidFill>
                  <a:srgbClr val="000000"/>
                </a:solidFill>
                <a:latin typeface="Arial"/>
                <a:ea typeface="Calibri"/>
                <a:cs typeface="Arial"/>
              </a:rPr>
              <a:t>SignInManager</a:t>
            </a:r>
            <a:endParaRPr lang="en-PH" sz="3600">
              <a:solidFill>
                <a:srgbClr val="000000"/>
              </a:solidFill>
              <a:latin typeface="Arial"/>
              <a:ea typeface="Calibri"/>
              <a:cs typeface="Arial"/>
            </a:endParaRPr>
          </a:p>
          <a:p>
            <a:r>
              <a:rPr lang="en-PH" sz="3600">
                <a:solidFill>
                  <a:srgbClr val="000000"/>
                </a:solidFill>
                <a:latin typeface="Arial"/>
                <a:ea typeface="Calibri"/>
                <a:cs typeface="Arial"/>
              </a:rPr>
              <a:t>     Check admin </a:t>
            </a:r>
            <a:r>
              <a:rPr lang="en-PH" sz="3600" err="1">
                <a:solidFill>
                  <a:srgbClr val="000000"/>
                </a:solidFill>
                <a:latin typeface="Arial"/>
                <a:ea typeface="Calibri"/>
                <a:cs typeface="Arial"/>
              </a:rPr>
              <a:t>IsActive</a:t>
            </a:r>
            <a:r>
              <a:rPr lang="en-PH" sz="3600">
                <a:solidFill>
                  <a:srgbClr val="000000"/>
                </a:solidFill>
                <a:latin typeface="Arial"/>
                <a:ea typeface="Calibri"/>
                <a:cs typeface="Arial"/>
              </a:rPr>
              <a:t> status</a:t>
            </a:r>
          </a:p>
          <a:p>
            <a:r>
              <a:rPr lang="en-PH" sz="3600">
                <a:solidFill>
                  <a:srgbClr val="000000"/>
                </a:solidFill>
                <a:latin typeface="Arial"/>
                <a:ea typeface="Calibri"/>
                <a:cs typeface="Arial"/>
              </a:rPr>
              <a:t>     If valid: Store session (</a:t>
            </a:r>
            <a:r>
              <a:rPr lang="en-PH" sz="3600" err="1">
                <a:solidFill>
                  <a:srgbClr val="000000"/>
                </a:solidFill>
                <a:latin typeface="Arial"/>
                <a:ea typeface="Calibri"/>
                <a:cs typeface="Arial"/>
              </a:rPr>
              <a:t>UserRole</a:t>
            </a:r>
            <a:r>
              <a:rPr lang="en-PH" sz="3600">
                <a:solidFill>
                  <a:srgbClr val="000000"/>
                </a:solidFill>
                <a:latin typeface="Arial"/>
                <a:ea typeface="Calibri"/>
                <a:cs typeface="Arial"/>
              </a:rPr>
              <a:t>="Admin", </a:t>
            </a:r>
            <a:r>
              <a:rPr lang="en-PH" sz="3600" err="1">
                <a:solidFill>
                  <a:srgbClr val="000000"/>
                </a:solidFill>
                <a:latin typeface="Arial"/>
                <a:ea typeface="Calibri"/>
                <a:cs typeface="Arial"/>
              </a:rPr>
              <a:t>AdminName</a:t>
            </a:r>
            <a:r>
              <a:rPr lang="en-PH" sz="3600">
                <a:solidFill>
                  <a:srgbClr val="000000"/>
                </a:solidFill>
                <a:latin typeface="Arial"/>
                <a:ea typeface="Calibri"/>
                <a:cs typeface="Arial"/>
              </a:rPr>
              <a:t>, </a:t>
            </a:r>
            <a:r>
              <a:rPr lang="en-PH" sz="3600" err="1">
                <a:solidFill>
                  <a:srgbClr val="000000"/>
                </a:solidFill>
                <a:latin typeface="Arial"/>
                <a:ea typeface="Calibri"/>
                <a:cs typeface="Arial"/>
              </a:rPr>
              <a:t>AdminEmail</a:t>
            </a:r>
            <a:r>
              <a:rPr lang="en-PH" sz="3600">
                <a:solidFill>
                  <a:srgbClr val="000000"/>
                </a:solidFill>
                <a:latin typeface="Arial"/>
                <a:ea typeface="Calibri"/>
                <a:cs typeface="Arial"/>
              </a:rPr>
              <a:t>)</a:t>
            </a:r>
          </a:p>
          <a:p>
            <a:r>
              <a:rPr lang="en-PH" sz="3600">
                <a:solidFill>
                  <a:srgbClr val="000000"/>
                </a:solidFill>
                <a:latin typeface="Arial"/>
                <a:ea typeface="Calibri"/>
                <a:cs typeface="Arial"/>
              </a:rPr>
              <a:t>     Redirect to /Admin/Index</a:t>
            </a:r>
            <a:endParaRPr lang="en-PH" sz="3600"/>
          </a:p>
          <a:p>
            <a:endParaRPr lang="en-PH" sz="1200">
              <a:solidFill>
                <a:srgbClr val="000000"/>
              </a:solidFill>
              <a:latin typeface="Arial"/>
              <a:ea typeface="Calibri"/>
              <a:cs typeface="Arial"/>
            </a:endParaRPr>
          </a:p>
          <a:p>
            <a:r>
              <a:rPr lang="en-PH" sz="3600" b="1">
                <a:solidFill>
                  <a:srgbClr val="000000"/>
                </a:solidFill>
                <a:latin typeface="Arial"/>
                <a:ea typeface="Calibri"/>
                <a:cs typeface="Arial"/>
              </a:rPr>
              <a:t> </a:t>
            </a:r>
            <a:r>
              <a:rPr lang="en-PH" sz="3600">
                <a:solidFill>
                  <a:srgbClr val="000000"/>
                </a:solidFill>
                <a:latin typeface="Arial"/>
                <a:ea typeface="Calibri"/>
                <a:cs typeface="Arial"/>
              </a:rPr>
              <a:t> </a:t>
            </a:r>
            <a:r>
              <a:rPr lang="en-PH" sz="3600">
                <a:solidFill>
                  <a:srgbClr val="000000"/>
                </a:solidFill>
                <a:ea typeface="+mn-lt"/>
                <a:cs typeface="+mn-lt"/>
              </a:rPr>
              <a:t>  Step 3: If both fail</a:t>
            </a:r>
            <a:endParaRPr lang="en-PH" sz="3600"/>
          </a:p>
          <a:p>
            <a:r>
              <a:rPr lang="en-PH" sz="3600">
                <a:solidFill>
                  <a:srgbClr val="000000"/>
                </a:solidFill>
                <a:ea typeface="+mn-lt"/>
                <a:cs typeface="+mn-lt"/>
              </a:rPr>
              <a:t>     Display error: "Invalid email or password"</a:t>
            </a:r>
            <a:endParaRPr lang="en-PH" sz="3600"/>
          </a:p>
          <a:p>
            <a:endParaRPr lang="en-PH" sz="1100">
              <a:solidFill>
                <a:srgbClr val="000000"/>
              </a:solidFill>
              <a:latin typeface="Arial"/>
              <a:ea typeface="Calibri"/>
              <a:cs typeface="Arial"/>
            </a:endParaRPr>
          </a:p>
        </p:txBody>
      </p:sp>
      <p:sp>
        <p:nvSpPr>
          <p:cNvPr id="7" name="Text Placeholder 5">
            <a:extLst>
              <a:ext uri="{FF2B5EF4-FFF2-40B4-BE49-F238E27FC236}">
                <a16:creationId xmlns:a16="http://schemas.microsoft.com/office/drawing/2014/main" id="{5BF9D38A-53C2-C417-DC54-B319D90546E4}"/>
              </a:ext>
            </a:extLst>
          </p:cNvPr>
          <p:cNvSpPr txBox="1">
            <a:spLocks/>
          </p:cNvSpPr>
          <p:nvPr/>
        </p:nvSpPr>
        <p:spPr>
          <a:xfrm>
            <a:off x="685800" y="355600"/>
            <a:ext cx="22174200" cy="1282700"/>
          </a:xfrm>
          <a:prstGeom prst="rect">
            <a:avLst/>
          </a:prstGeom>
        </p:spPr>
        <p:txBody>
          <a:bodyPr lIns="0" tIns="0" rIns="0" bIns="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8000" kern="1200">
                <a:solidFill>
                  <a:srgbClr val="FF0000"/>
                </a:solidFill>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PH">
                <a:latin typeface="Impact"/>
              </a:rPr>
              <a:t>2.1 </a:t>
            </a:r>
            <a:r>
              <a:rPr lang="en-PH" i="1">
                <a:latin typeface="Impact"/>
              </a:rPr>
              <a:t>Authentication – Login Page Logic</a:t>
            </a:r>
            <a:endParaRPr lang="en-PH" i="1"/>
          </a:p>
        </p:txBody>
      </p:sp>
    </p:spTree>
    <p:extLst>
      <p:ext uri="{BB962C8B-B14F-4D97-AF65-F5344CB8AC3E}">
        <p14:creationId xmlns:p14="http://schemas.microsoft.com/office/powerpoint/2010/main" val="2504426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70B13-D042-2837-F4BC-9B31BDAD46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A27994C-4490-EFD1-A2DF-C032CDB5CEFF}"/>
              </a:ext>
            </a:extLst>
          </p:cNvPr>
          <p:cNvSpPr txBox="1"/>
          <p:nvPr/>
        </p:nvSpPr>
        <p:spPr>
          <a:xfrm>
            <a:off x="1505481" y="1961108"/>
            <a:ext cx="20234313" cy="78790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5400" b="1" i="1">
                <a:latin typeface="DejaVu Sans"/>
                <a:ea typeface="Calibri"/>
                <a:cs typeface="Calibri"/>
              </a:rPr>
              <a:t>Account/</a:t>
            </a:r>
            <a:r>
              <a:rPr lang="en-PH" sz="5400" b="1" i="1">
                <a:solidFill>
                  <a:srgbClr val="000000"/>
                </a:solidFill>
                <a:latin typeface="DejaVu Sans"/>
                <a:ea typeface="Calibri"/>
                <a:cs typeface="Calibri"/>
              </a:rPr>
              <a:t>Login — Login Form</a:t>
            </a:r>
            <a:endParaRPr lang="en-PH" sz="5400">
              <a:cs typeface="Arial"/>
            </a:endParaRPr>
          </a:p>
          <a:p>
            <a:r>
              <a:rPr lang="en-PH" sz="5400">
                <a:solidFill>
                  <a:srgbClr val="000000"/>
                </a:solidFill>
                <a:latin typeface="Arial"/>
                <a:ea typeface="Calibri"/>
                <a:cs typeface="Arial"/>
              </a:rPr>
              <a:t> </a:t>
            </a:r>
            <a:r>
              <a:rPr lang="en-PH" sz="5400" b="1">
                <a:solidFill>
                  <a:srgbClr val="000000"/>
                </a:solidFill>
                <a:latin typeface="Arial"/>
                <a:ea typeface="Calibri"/>
                <a:cs typeface="Arial"/>
              </a:rPr>
              <a:t>Field: </a:t>
            </a:r>
            <a:r>
              <a:rPr lang="en-PH" sz="5400" b="1">
                <a:solidFill>
                  <a:srgbClr val="000000"/>
                </a:solidFill>
                <a:ea typeface="Calibri"/>
                <a:cs typeface="+mn-lt"/>
              </a:rPr>
              <a:t>Forgot Password link</a:t>
            </a:r>
            <a:endParaRPr lang="en-PH" sz="5400" b="1"/>
          </a:p>
          <a:p>
            <a:r>
              <a:rPr lang="en-PH" sz="5400">
                <a:solidFill>
                  <a:srgbClr val="000000"/>
                </a:solidFill>
                <a:latin typeface="Arial"/>
                <a:ea typeface="Calibri"/>
                <a:cs typeface="Arial"/>
              </a:rPr>
              <a:t>  Logic: Navigate to password reset</a:t>
            </a:r>
          </a:p>
          <a:p>
            <a:r>
              <a:rPr lang="en-PH" sz="5400">
                <a:solidFill>
                  <a:srgbClr val="000000"/>
                </a:solidFill>
                <a:latin typeface="Arial"/>
                <a:ea typeface="Calibri"/>
                <a:cs typeface="Arial"/>
              </a:rPr>
              <a:t>    Action: </a:t>
            </a:r>
            <a:r>
              <a:rPr lang="en-PH" sz="5400">
                <a:ea typeface="Calibri"/>
                <a:cs typeface="Arial"/>
              </a:rPr>
              <a:t>Click "Forgot Password?"</a:t>
            </a:r>
          </a:p>
          <a:p>
            <a:r>
              <a:rPr lang="en-PH" sz="5400">
                <a:ea typeface="Calibri"/>
                <a:cs typeface="Arial"/>
              </a:rPr>
              <a:t>   Action Logic: Redirect to /Account/</a:t>
            </a:r>
            <a:r>
              <a:rPr lang="en-PH" sz="5400" err="1">
                <a:ea typeface="Calibri"/>
                <a:cs typeface="Arial"/>
              </a:rPr>
              <a:t>ForgotPassword</a:t>
            </a:r>
            <a:endParaRPr lang="en-PH" sz="5400">
              <a:ea typeface="Calibri"/>
              <a:cs typeface="Arial"/>
            </a:endParaRPr>
          </a:p>
          <a:p>
            <a:endParaRPr lang="en-PH" sz="2000">
              <a:ea typeface="Calibri"/>
              <a:cs typeface="Arial"/>
            </a:endParaRPr>
          </a:p>
          <a:p>
            <a:r>
              <a:rPr lang="en-PH" sz="5400" b="1">
                <a:solidFill>
                  <a:srgbClr val="000000"/>
                </a:solidFill>
                <a:latin typeface="Arial"/>
                <a:ea typeface="Calibri"/>
                <a:cs typeface="Arial"/>
              </a:rPr>
              <a:t> Field: </a:t>
            </a:r>
            <a:r>
              <a:rPr lang="en-PH" sz="5400" b="1">
                <a:solidFill>
                  <a:srgbClr val="000000"/>
                </a:solidFill>
                <a:ea typeface="Calibri"/>
                <a:cs typeface="+mn-lt"/>
              </a:rPr>
              <a:t>Sign Up link</a:t>
            </a:r>
            <a:endParaRPr lang="en-PH">
              <a:solidFill>
                <a:srgbClr val="000000"/>
              </a:solidFill>
              <a:ea typeface="+mn-lt"/>
              <a:cs typeface="+mn-lt"/>
            </a:endParaRPr>
          </a:p>
          <a:p>
            <a:r>
              <a:rPr lang="en-PH" sz="5400">
                <a:solidFill>
                  <a:srgbClr val="000000"/>
                </a:solidFill>
                <a:ea typeface="Calibri"/>
                <a:cs typeface="+mn-lt"/>
              </a:rPr>
              <a:t> </a:t>
            </a:r>
            <a:r>
              <a:rPr lang="en-PH" sz="5400">
                <a:solidFill>
                  <a:srgbClr val="000000"/>
                </a:solidFill>
                <a:latin typeface="Arial"/>
                <a:ea typeface="Calibri"/>
                <a:cs typeface="Arial"/>
              </a:rPr>
              <a:t> Logic: Navigate to registration</a:t>
            </a:r>
          </a:p>
          <a:p>
            <a:r>
              <a:rPr lang="en-PH" sz="5400">
                <a:solidFill>
                  <a:srgbClr val="000000"/>
                </a:solidFill>
                <a:latin typeface="Arial"/>
                <a:ea typeface="Calibri"/>
                <a:cs typeface="Arial"/>
              </a:rPr>
              <a:t>    Action: Click "Sign Up"</a:t>
            </a:r>
            <a:endParaRPr lang="en-PH"/>
          </a:p>
          <a:p>
            <a:r>
              <a:rPr lang="en-PH" sz="5400">
                <a:solidFill>
                  <a:srgbClr val="000000"/>
                </a:solidFill>
                <a:latin typeface="Arial"/>
                <a:ea typeface="Calibri"/>
                <a:cs typeface="Arial"/>
              </a:rPr>
              <a:t>   Action Logic: Redirect to /Account/Register</a:t>
            </a:r>
          </a:p>
        </p:txBody>
      </p:sp>
      <p:sp>
        <p:nvSpPr>
          <p:cNvPr id="13" name="Text Placeholder 5">
            <a:extLst>
              <a:ext uri="{FF2B5EF4-FFF2-40B4-BE49-F238E27FC236}">
                <a16:creationId xmlns:a16="http://schemas.microsoft.com/office/drawing/2014/main" id="{FA6B8359-A522-5CD6-90E1-EE519C366B73}"/>
              </a:ext>
            </a:extLst>
          </p:cNvPr>
          <p:cNvSpPr>
            <a:spLocks noGrp="1"/>
          </p:cNvSpPr>
          <p:nvPr>
            <p:ph type="body" sz="quarter" idx="13"/>
          </p:nvPr>
        </p:nvSpPr>
        <p:spPr>
          <a:xfrm>
            <a:off x="533400" y="203200"/>
            <a:ext cx="22174200" cy="1282700"/>
          </a:xfrm>
        </p:spPr>
        <p:txBody>
          <a:bodyPr/>
          <a:lstStyle/>
          <a:p>
            <a:r>
              <a:rPr lang="en-PH">
                <a:latin typeface="Impact"/>
              </a:rPr>
              <a:t>2.1 </a:t>
            </a:r>
            <a:r>
              <a:rPr lang="en-PH" i="1">
                <a:latin typeface="Impact"/>
              </a:rPr>
              <a:t>Authentication – Login Page Logic</a:t>
            </a:r>
            <a:endParaRPr lang="en-PH" i="1"/>
          </a:p>
        </p:txBody>
      </p:sp>
    </p:spTree>
    <p:extLst>
      <p:ext uri="{BB962C8B-B14F-4D97-AF65-F5344CB8AC3E}">
        <p14:creationId xmlns:p14="http://schemas.microsoft.com/office/powerpoint/2010/main" val="3522893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99442-44FB-EC0E-A10B-D6EF2ABBBB28}"/>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E9212BE-BED9-B226-C4D3-FF21B6414701}"/>
              </a:ext>
            </a:extLst>
          </p:cNvPr>
          <p:cNvSpPr>
            <a:spLocks noGrp="1"/>
          </p:cNvSpPr>
          <p:nvPr>
            <p:ph type="body" sz="quarter" idx="13"/>
          </p:nvPr>
        </p:nvSpPr>
        <p:spPr/>
        <p:txBody>
          <a:bodyPr/>
          <a:lstStyle/>
          <a:p>
            <a:r>
              <a:rPr lang="en-PH">
                <a:latin typeface="Impact"/>
              </a:rPr>
              <a:t>2.2 Authentication – Registration Page</a:t>
            </a:r>
            <a:endParaRPr lang="en-PH"/>
          </a:p>
        </p:txBody>
      </p:sp>
      <p:pic>
        <p:nvPicPr>
          <p:cNvPr id="2" name="Picture 1">
            <a:extLst>
              <a:ext uri="{FF2B5EF4-FFF2-40B4-BE49-F238E27FC236}">
                <a16:creationId xmlns:a16="http://schemas.microsoft.com/office/drawing/2014/main" id="{89C03044-F9D4-4FD8-BA91-F2F19AC77FC6}"/>
              </a:ext>
            </a:extLst>
          </p:cNvPr>
          <p:cNvPicPr>
            <a:picLocks noChangeAspect="1"/>
          </p:cNvPicPr>
          <p:nvPr/>
        </p:nvPicPr>
        <p:blipFill>
          <a:blip r:embed="rId2"/>
          <a:stretch>
            <a:fillRect/>
          </a:stretch>
        </p:blipFill>
        <p:spPr>
          <a:xfrm>
            <a:off x="957263" y="1847850"/>
            <a:ext cx="22159160" cy="11251531"/>
          </a:xfrm>
          <a:prstGeom prst="rect">
            <a:avLst/>
          </a:prstGeom>
        </p:spPr>
      </p:pic>
    </p:spTree>
    <p:extLst>
      <p:ext uri="{BB962C8B-B14F-4D97-AF65-F5344CB8AC3E}">
        <p14:creationId xmlns:p14="http://schemas.microsoft.com/office/powerpoint/2010/main" val="2532770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55C3D-D3DD-E15A-626B-4A686452BD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6E79112-7F1F-4903-A0F6-641B814C83F6}"/>
              </a:ext>
            </a:extLst>
          </p:cNvPr>
          <p:cNvSpPr txBox="1"/>
          <p:nvPr/>
        </p:nvSpPr>
        <p:spPr>
          <a:xfrm>
            <a:off x="795612" y="1942906"/>
            <a:ext cx="23319035" cy="107721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DejaVu Sans"/>
                <a:ea typeface="Calibri"/>
                <a:cs typeface="Calibri"/>
              </a:rPr>
              <a:t>Account/</a:t>
            </a:r>
            <a:r>
              <a:rPr lang="en-PH" sz="4000" b="1" i="1">
                <a:solidFill>
                  <a:srgbClr val="000000"/>
                </a:solidFill>
                <a:latin typeface="DejaVu Sans"/>
                <a:ea typeface="Calibri"/>
                <a:cs typeface="Calibri"/>
              </a:rPr>
              <a:t>Register — Registration Form</a:t>
            </a:r>
            <a:endParaRPr lang="en-PH" sz="4000">
              <a:cs typeface="Arial"/>
            </a:endParaRPr>
          </a:p>
          <a:p>
            <a:r>
              <a:rPr lang="en-PH" sz="4000">
                <a:solidFill>
                  <a:srgbClr val="000000"/>
                </a:solidFill>
                <a:latin typeface="Arial"/>
                <a:ea typeface="Calibri"/>
                <a:cs typeface="Arial"/>
              </a:rPr>
              <a:t> </a:t>
            </a:r>
            <a:r>
              <a:rPr lang="en-PH" sz="4000" b="1">
                <a:solidFill>
                  <a:srgbClr val="000000"/>
                </a:solidFill>
                <a:latin typeface="Arial"/>
                <a:ea typeface="Calibri"/>
                <a:cs typeface="Arial"/>
              </a:rPr>
              <a:t>Field: </a:t>
            </a:r>
            <a:r>
              <a:rPr lang="en-PH" sz="4000" b="1">
                <a:solidFill>
                  <a:srgbClr val="000000"/>
                </a:solidFill>
                <a:ea typeface="Calibri"/>
                <a:cs typeface="+mn-lt"/>
              </a:rPr>
              <a:t>First Name input</a:t>
            </a:r>
            <a:endParaRPr lang="en-PH" sz="4000" b="1"/>
          </a:p>
          <a:p>
            <a:r>
              <a:rPr lang="en-PH" sz="4000">
                <a:solidFill>
                  <a:srgbClr val="000000"/>
                </a:solidFill>
                <a:latin typeface="Arial"/>
                <a:ea typeface="Calibri"/>
                <a:cs typeface="Arial"/>
              </a:rPr>
              <a:t>  Logic: Required field</a:t>
            </a:r>
            <a:endParaRPr lang="en-PH" sz="4000"/>
          </a:p>
          <a:p>
            <a:r>
              <a:rPr lang="en-PH" sz="4000">
                <a:solidFill>
                  <a:srgbClr val="000000"/>
                </a:solidFill>
                <a:latin typeface="Arial"/>
                <a:ea typeface="Calibri"/>
                <a:cs typeface="Arial"/>
              </a:rPr>
              <a:t>    Validation: </a:t>
            </a:r>
            <a:r>
              <a:rPr lang="en-PH" sz="4000">
                <a:ea typeface="Calibri"/>
                <a:cs typeface="Arial"/>
              </a:rPr>
              <a:t>Not empty; max 100 characters</a:t>
            </a:r>
          </a:p>
          <a:p>
            <a:endParaRPr lang="en-PH" sz="1400">
              <a:ea typeface="Calibri"/>
              <a:cs typeface="Arial"/>
            </a:endParaRPr>
          </a:p>
          <a:p>
            <a:r>
              <a:rPr lang="en-PH" sz="4000" b="1">
                <a:solidFill>
                  <a:srgbClr val="000000"/>
                </a:solidFill>
                <a:latin typeface="Arial"/>
                <a:ea typeface="Calibri"/>
                <a:cs typeface="Arial"/>
              </a:rPr>
              <a:t> Field: </a:t>
            </a:r>
            <a:r>
              <a:rPr lang="en-PH" sz="4000" b="1">
                <a:solidFill>
                  <a:srgbClr val="000000"/>
                </a:solidFill>
                <a:ea typeface="Calibri"/>
                <a:cs typeface="+mn-lt"/>
              </a:rPr>
              <a:t>Last Name input</a:t>
            </a:r>
            <a:endParaRPr lang="en-PH" sz="4000">
              <a:solidFill>
                <a:srgbClr val="000000"/>
              </a:solidFill>
              <a:ea typeface="+mn-lt"/>
              <a:cs typeface="+mn-lt"/>
            </a:endParaRPr>
          </a:p>
          <a:p>
            <a:r>
              <a:rPr lang="en-PH" sz="4000">
                <a:solidFill>
                  <a:srgbClr val="000000"/>
                </a:solidFill>
                <a:ea typeface="Calibri"/>
                <a:cs typeface="+mn-lt"/>
              </a:rPr>
              <a:t> </a:t>
            </a:r>
            <a:r>
              <a:rPr lang="en-PH" sz="4000">
                <a:solidFill>
                  <a:srgbClr val="000000"/>
                </a:solidFill>
                <a:latin typeface="Arial"/>
                <a:ea typeface="Calibri"/>
                <a:cs typeface="Arial"/>
              </a:rPr>
              <a:t> Logic: Required field</a:t>
            </a:r>
            <a:endParaRPr lang="en-PH" sz="4000"/>
          </a:p>
          <a:p>
            <a:r>
              <a:rPr lang="en-PH" sz="4000">
                <a:solidFill>
                  <a:srgbClr val="000000"/>
                </a:solidFill>
                <a:latin typeface="Arial"/>
                <a:ea typeface="Calibri"/>
                <a:cs typeface="Arial"/>
              </a:rPr>
              <a:t>    Validation: Not empty; max 100 characters</a:t>
            </a:r>
            <a:endParaRPr lang="en-PH" sz="4000"/>
          </a:p>
          <a:p>
            <a:r>
              <a:rPr lang="en-PH" sz="4000" b="1">
                <a:solidFill>
                  <a:srgbClr val="000000"/>
                </a:solidFill>
                <a:latin typeface="Arial"/>
                <a:ea typeface="Calibri"/>
                <a:cs typeface="Arial"/>
              </a:rPr>
              <a:t> Field: Email input</a:t>
            </a:r>
            <a:endParaRPr lang="en-PH" sz="4000">
              <a:solidFill>
                <a:srgbClr val="000000"/>
              </a:solidFill>
              <a:latin typeface="Arial"/>
              <a:ea typeface="Calibri"/>
              <a:cs typeface="Arial"/>
            </a:endParaRPr>
          </a:p>
          <a:p>
            <a:r>
              <a:rPr lang="en-PH" sz="4000">
                <a:solidFill>
                  <a:srgbClr val="000000"/>
                </a:solidFill>
                <a:latin typeface="Arial"/>
                <a:ea typeface="Calibri"/>
                <a:cs typeface="Arial"/>
              </a:rPr>
              <a:t>  Logic: Required field; unique constraint</a:t>
            </a:r>
          </a:p>
          <a:p>
            <a:r>
              <a:rPr lang="en-PH" sz="4000">
                <a:solidFill>
                  <a:srgbClr val="000000"/>
                </a:solidFill>
                <a:latin typeface="Arial"/>
                <a:ea typeface="Calibri"/>
                <a:cs typeface="Arial"/>
              </a:rPr>
              <a:t>    Validation: Valid email format; check if email already exists</a:t>
            </a:r>
          </a:p>
          <a:p>
            <a:r>
              <a:rPr lang="en-PH" sz="4000" b="1">
                <a:solidFill>
                  <a:srgbClr val="000000"/>
                </a:solidFill>
                <a:latin typeface="Arial"/>
                <a:ea typeface="Calibri"/>
                <a:cs typeface="Arial"/>
              </a:rPr>
              <a:t> Field: Password input</a:t>
            </a:r>
          </a:p>
          <a:p>
            <a:r>
              <a:rPr lang="en-PH" sz="4000">
                <a:solidFill>
                  <a:srgbClr val="000000"/>
                </a:solidFill>
                <a:latin typeface="Arial"/>
                <a:ea typeface="Calibri"/>
                <a:cs typeface="Arial"/>
              </a:rPr>
              <a:t>  Logic: Required field; strength requirements</a:t>
            </a:r>
          </a:p>
          <a:p>
            <a:r>
              <a:rPr lang="en-PH" sz="4000">
                <a:solidFill>
                  <a:srgbClr val="000000"/>
                </a:solidFill>
                <a:latin typeface="Arial"/>
                <a:ea typeface="Calibri"/>
                <a:cs typeface="Arial"/>
              </a:rPr>
              <a:t>    Validation: Minimum 8 characters; Must contain uppercase, lowercase, digit, special character</a:t>
            </a:r>
          </a:p>
          <a:p>
            <a:r>
              <a:rPr lang="en-PH" sz="4000">
                <a:solidFill>
                  <a:srgbClr val="000000"/>
                </a:solidFill>
                <a:latin typeface="Arial"/>
                <a:ea typeface="Calibri"/>
                <a:cs typeface="Arial"/>
              </a:rPr>
              <a:t>    Display: Password requirements hint below field</a:t>
            </a:r>
          </a:p>
          <a:p>
            <a:r>
              <a:rPr lang="en-PH" sz="4000" b="1">
                <a:solidFill>
                  <a:srgbClr val="000000"/>
                </a:solidFill>
                <a:latin typeface="Arial"/>
                <a:ea typeface="Calibri"/>
                <a:cs typeface="Arial"/>
              </a:rPr>
              <a:t> Field: Confirm Password input</a:t>
            </a:r>
          </a:p>
          <a:p>
            <a:r>
              <a:rPr lang="en-PH" sz="4000">
                <a:solidFill>
                  <a:srgbClr val="000000"/>
                </a:solidFill>
                <a:latin typeface="Arial"/>
                <a:ea typeface="Calibri"/>
                <a:cs typeface="Arial"/>
              </a:rPr>
              <a:t>  Logic: Required field; match validation</a:t>
            </a:r>
          </a:p>
          <a:p>
            <a:r>
              <a:rPr lang="en-PH" sz="4000">
                <a:solidFill>
                  <a:srgbClr val="000000"/>
                </a:solidFill>
                <a:latin typeface="Arial"/>
                <a:ea typeface="Calibri"/>
                <a:cs typeface="Arial"/>
              </a:rPr>
              <a:t>   Validation: Must match Password field exactly</a:t>
            </a:r>
            <a:endParaRPr lang="en-PH"/>
          </a:p>
        </p:txBody>
      </p:sp>
      <p:sp>
        <p:nvSpPr>
          <p:cNvPr id="6" name="Text Placeholder 5">
            <a:extLst>
              <a:ext uri="{FF2B5EF4-FFF2-40B4-BE49-F238E27FC236}">
                <a16:creationId xmlns:a16="http://schemas.microsoft.com/office/drawing/2014/main" id="{18859A5B-D1AF-464F-E86E-4B496757FE45}"/>
              </a:ext>
            </a:extLst>
          </p:cNvPr>
          <p:cNvSpPr>
            <a:spLocks noGrp="1"/>
          </p:cNvSpPr>
          <p:nvPr>
            <p:ph type="body" sz="quarter" idx="13"/>
          </p:nvPr>
        </p:nvSpPr>
        <p:spPr/>
        <p:txBody>
          <a:bodyPr/>
          <a:lstStyle/>
          <a:p>
            <a:r>
              <a:rPr lang="en-PH">
                <a:latin typeface="Impact"/>
              </a:rPr>
              <a:t>2.2 </a:t>
            </a:r>
            <a:r>
              <a:rPr lang="en-PH" i="1">
                <a:latin typeface="Impact"/>
              </a:rPr>
              <a:t>Authentication – Registration Page Logic</a:t>
            </a:r>
            <a:endParaRPr lang="en-PH" i="1"/>
          </a:p>
        </p:txBody>
      </p:sp>
    </p:spTree>
    <p:extLst>
      <p:ext uri="{BB962C8B-B14F-4D97-AF65-F5344CB8AC3E}">
        <p14:creationId xmlns:p14="http://schemas.microsoft.com/office/powerpoint/2010/main" val="1050990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E4230-341C-C346-A5EF-E485488C71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A21AF3-5664-3723-7067-2E45CC4D74B5}"/>
              </a:ext>
            </a:extLst>
          </p:cNvPr>
          <p:cNvSpPr txBox="1"/>
          <p:nvPr/>
        </p:nvSpPr>
        <p:spPr>
          <a:xfrm>
            <a:off x="795612" y="1942906"/>
            <a:ext cx="23319035" cy="106182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DejaVu Sans"/>
                <a:ea typeface="Calibri"/>
                <a:cs typeface="Calibri"/>
              </a:rPr>
              <a:t>Account/</a:t>
            </a:r>
            <a:r>
              <a:rPr lang="en-PH" sz="3600" b="1" i="1">
                <a:solidFill>
                  <a:srgbClr val="000000"/>
                </a:solidFill>
                <a:latin typeface="DejaVu Sans"/>
                <a:ea typeface="Calibri"/>
                <a:cs typeface="Calibri"/>
              </a:rPr>
              <a:t>Register — Registration Form</a:t>
            </a:r>
            <a:endParaRPr lang="en-PH" sz="3600">
              <a:cs typeface="Arial"/>
            </a:endParaRPr>
          </a:p>
          <a:p>
            <a:r>
              <a:rPr lang="en-PH" sz="3600">
                <a:solidFill>
                  <a:srgbClr val="000000"/>
                </a:solidFill>
                <a:latin typeface="Arial"/>
                <a:ea typeface="Calibri"/>
                <a:cs typeface="Arial"/>
              </a:rPr>
              <a:t> </a:t>
            </a:r>
            <a:r>
              <a:rPr lang="en-PH" sz="3600" b="1">
                <a:solidFill>
                  <a:srgbClr val="000000"/>
                </a:solidFill>
                <a:latin typeface="Arial"/>
                <a:ea typeface="Calibri"/>
                <a:cs typeface="Arial"/>
              </a:rPr>
              <a:t>Field: </a:t>
            </a:r>
            <a:r>
              <a:rPr lang="en-PH" sz="3600" b="1">
                <a:solidFill>
                  <a:srgbClr val="000000"/>
                </a:solidFill>
                <a:ea typeface="Calibri"/>
                <a:cs typeface="+mn-lt"/>
              </a:rPr>
              <a:t>Sign Up button</a:t>
            </a:r>
            <a:endParaRPr lang="en-PH" sz="3600" b="1"/>
          </a:p>
          <a:p>
            <a:r>
              <a:rPr lang="en-PH" sz="3600">
                <a:solidFill>
                  <a:srgbClr val="000000"/>
                </a:solidFill>
                <a:latin typeface="Arial"/>
                <a:ea typeface="Calibri"/>
                <a:cs typeface="Arial"/>
              </a:rPr>
              <a:t>  Logic: Form submission with account creation</a:t>
            </a:r>
            <a:endParaRPr lang="en-PH" sz="3600"/>
          </a:p>
          <a:p>
            <a:r>
              <a:rPr lang="en-PH" sz="3600">
                <a:solidFill>
                  <a:srgbClr val="000000"/>
                </a:solidFill>
                <a:latin typeface="Arial"/>
                <a:ea typeface="Calibri"/>
                <a:cs typeface="Arial"/>
              </a:rPr>
              <a:t>    Action: </a:t>
            </a:r>
            <a:r>
              <a:rPr lang="en-PH" sz="3600">
                <a:ea typeface="Calibri"/>
                <a:cs typeface="Arial"/>
              </a:rPr>
              <a:t>Click "Sign Up"</a:t>
            </a:r>
          </a:p>
          <a:p>
            <a:r>
              <a:rPr lang="en-PH" sz="3600">
                <a:ea typeface="Calibri"/>
                <a:cs typeface="Arial"/>
              </a:rPr>
              <a:t>   Action Logic: Submit form; Validate all fields</a:t>
            </a:r>
          </a:p>
          <a:p>
            <a:r>
              <a:rPr lang="en-PH" sz="3600">
                <a:ea typeface="Calibri"/>
                <a:cs typeface="+mn-lt"/>
              </a:rPr>
              <a:t>    </a:t>
            </a:r>
            <a:r>
              <a:rPr lang="en-PH" sz="3600">
                <a:ea typeface="+mn-lt"/>
                <a:cs typeface="+mn-lt"/>
              </a:rPr>
              <a:t>Check passwords match</a:t>
            </a:r>
          </a:p>
          <a:p>
            <a:r>
              <a:rPr lang="en-PH" sz="3600">
                <a:ea typeface="+mn-lt"/>
                <a:cs typeface="+mn-lt"/>
              </a:rPr>
              <a:t>    Validate password strength</a:t>
            </a:r>
            <a:endParaRPr lang="en-PH" sz="3600"/>
          </a:p>
          <a:p>
            <a:r>
              <a:rPr lang="en-PH" sz="3600">
                <a:ea typeface="+mn-lt"/>
                <a:cs typeface="+mn-lt"/>
              </a:rPr>
              <a:t>    Check email uniqueness</a:t>
            </a:r>
            <a:endParaRPr lang="en-PH" sz="3600"/>
          </a:p>
          <a:p>
            <a:r>
              <a:rPr lang="en-PH" sz="3600">
                <a:ea typeface="+mn-lt"/>
                <a:cs typeface="+mn-lt"/>
              </a:rPr>
              <a:t>    Generate verification token (32-byte random, Base64 encoded)</a:t>
            </a:r>
            <a:endParaRPr lang="en-PH" sz="3600"/>
          </a:p>
          <a:p>
            <a:r>
              <a:rPr lang="en-PH" sz="3600">
                <a:ea typeface="+mn-lt"/>
                <a:cs typeface="+mn-lt"/>
              </a:rPr>
              <a:t>    Generate 6-digit verification code (100000-999999)</a:t>
            </a:r>
            <a:endParaRPr lang="en-PH" sz="3600"/>
          </a:p>
          <a:p>
            <a:r>
              <a:rPr lang="en-PH" sz="3600">
                <a:ea typeface="+mn-lt"/>
                <a:cs typeface="+mn-lt"/>
              </a:rPr>
              <a:t>    Set token expiry (24 hours from now)</a:t>
            </a:r>
            <a:endParaRPr lang="en-PH" sz="3600"/>
          </a:p>
          <a:p>
            <a:r>
              <a:rPr lang="en-PH" sz="3600">
                <a:ea typeface="+mn-lt"/>
                <a:cs typeface="+mn-lt"/>
              </a:rPr>
              <a:t>    Create member account with Status=Active, </a:t>
            </a:r>
            <a:r>
              <a:rPr lang="en-PH" sz="3600" err="1">
                <a:ea typeface="+mn-lt"/>
                <a:cs typeface="+mn-lt"/>
              </a:rPr>
              <a:t>BorrowingLimit</a:t>
            </a:r>
            <a:r>
              <a:rPr lang="en-PH" sz="3600">
                <a:ea typeface="+mn-lt"/>
                <a:cs typeface="+mn-lt"/>
              </a:rPr>
              <a:t>=5</a:t>
            </a:r>
            <a:endParaRPr lang="en-PH" sz="3600"/>
          </a:p>
          <a:p>
            <a:r>
              <a:rPr lang="en-PH" sz="3600">
                <a:ea typeface="+mn-lt"/>
                <a:cs typeface="+mn-lt"/>
              </a:rPr>
              <a:t>    Set membership expiry (1 year from now)</a:t>
            </a:r>
            <a:endParaRPr lang="en-PH" sz="3600"/>
          </a:p>
          <a:p>
            <a:r>
              <a:rPr lang="en-PH" sz="3600">
                <a:ea typeface="+mn-lt"/>
                <a:cs typeface="+mn-lt"/>
              </a:rPr>
              <a:t>    Set </a:t>
            </a:r>
            <a:r>
              <a:rPr lang="en-PH" sz="3600" err="1">
                <a:ea typeface="+mn-lt"/>
                <a:cs typeface="+mn-lt"/>
              </a:rPr>
              <a:t>EmailVerified</a:t>
            </a:r>
            <a:r>
              <a:rPr lang="en-PH" sz="3600">
                <a:ea typeface="+mn-lt"/>
                <a:cs typeface="+mn-lt"/>
              </a:rPr>
              <a:t>=false</a:t>
            </a:r>
            <a:endParaRPr lang="en-PH" sz="3600"/>
          </a:p>
          <a:p>
            <a:r>
              <a:rPr lang="en-PH" sz="3600">
                <a:ea typeface="+mn-lt"/>
                <a:cs typeface="+mn-lt"/>
              </a:rPr>
              <a:t>    Store verification token, code, and expiry</a:t>
            </a:r>
            <a:endParaRPr lang="en-PH" sz="3600"/>
          </a:p>
          <a:p>
            <a:r>
              <a:rPr lang="en-PH" sz="3600">
                <a:ea typeface="+mn-lt"/>
                <a:cs typeface="+mn-lt"/>
              </a:rPr>
              <a:t>    Add member to database via </a:t>
            </a:r>
            <a:r>
              <a:rPr lang="en-PH" sz="3600" err="1">
                <a:ea typeface="+mn-lt"/>
                <a:cs typeface="+mn-lt"/>
              </a:rPr>
              <a:t>IMemberService.AddMember</a:t>
            </a:r>
            <a:r>
              <a:rPr lang="en-PH" sz="3600">
                <a:ea typeface="+mn-lt"/>
                <a:cs typeface="+mn-lt"/>
              </a:rPr>
              <a:t>()</a:t>
            </a:r>
            <a:endParaRPr lang="en-PH" sz="3600"/>
          </a:p>
          <a:p>
            <a:r>
              <a:rPr lang="en-PH" sz="3600">
                <a:ea typeface="+mn-lt"/>
                <a:cs typeface="+mn-lt"/>
              </a:rPr>
              <a:t>    Send verification email via </a:t>
            </a:r>
            <a:r>
              <a:rPr lang="en-PH" sz="3600" err="1">
                <a:ea typeface="+mn-lt"/>
                <a:cs typeface="+mn-lt"/>
              </a:rPr>
              <a:t>IEmailService.SendMemberVerificationEmailAsync</a:t>
            </a:r>
            <a:r>
              <a:rPr lang="en-PH" sz="3600">
                <a:ea typeface="+mn-lt"/>
                <a:cs typeface="+mn-lt"/>
              </a:rPr>
              <a:t>()</a:t>
            </a:r>
            <a:endParaRPr lang="en-PH" sz="3600"/>
          </a:p>
          <a:p>
            <a:r>
              <a:rPr lang="en-PH" sz="3600">
                <a:ea typeface="+mn-lt"/>
                <a:cs typeface="+mn-lt"/>
              </a:rPr>
              <a:t>    If </a:t>
            </a:r>
            <a:r>
              <a:rPr lang="en-PH" sz="3600" err="1">
                <a:ea typeface="+mn-lt"/>
                <a:cs typeface="+mn-lt"/>
              </a:rPr>
              <a:t>EmailVerificationRequired</a:t>
            </a:r>
            <a:r>
              <a:rPr lang="en-PH" sz="3600">
                <a:ea typeface="+mn-lt"/>
                <a:cs typeface="+mn-lt"/>
              </a:rPr>
              <a:t>: Redirect to /Account/</a:t>
            </a:r>
            <a:r>
              <a:rPr lang="en-PH" sz="3600" err="1">
                <a:ea typeface="+mn-lt"/>
                <a:cs typeface="+mn-lt"/>
              </a:rPr>
              <a:t>EnterVerificationCode?email</a:t>
            </a:r>
            <a:r>
              <a:rPr lang="en-PH" sz="3600">
                <a:ea typeface="+mn-lt"/>
                <a:cs typeface="+mn-lt"/>
              </a:rPr>
              <a:t>={email}</a:t>
            </a:r>
            <a:endParaRPr lang="en-PH" sz="3600"/>
          </a:p>
          <a:p>
            <a:r>
              <a:rPr lang="en-PH" sz="3600">
                <a:ea typeface="+mn-lt"/>
                <a:cs typeface="+mn-lt"/>
              </a:rPr>
              <a:t>    Otherwise: Show success message with 3-second countdown; Auto-redirect to /Account/Login</a:t>
            </a:r>
            <a:endParaRPr lang="en-PH" sz="3600"/>
          </a:p>
        </p:txBody>
      </p:sp>
      <p:sp>
        <p:nvSpPr>
          <p:cNvPr id="7" name="Text Placeholder 5">
            <a:extLst>
              <a:ext uri="{FF2B5EF4-FFF2-40B4-BE49-F238E27FC236}">
                <a16:creationId xmlns:a16="http://schemas.microsoft.com/office/drawing/2014/main" id="{6EBD61A8-C382-F325-359E-F4A2AACD5D8B}"/>
              </a:ext>
            </a:extLst>
          </p:cNvPr>
          <p:cNvSpPr>
            <a:spLocks noGrp="1"/>
          </p:cNvSpPr>
          <p:nvPr>
            <p:ph type="body" sz="quarter" idx="13"/>
          </p:nvPr>
        </p:nvSpPr>
        <p:spPr>
          <a:xfrm>
            <a:off x="533400" y="203200"/>
            <a:ext cx="22174200" cy="1282700"/>
          </a:xfrm>
        </p:spPr>
        <p:txBody>
          <a:bodyPr/>
          <a:lstStyle/>
          <a:p>
            <a:r>
              <a:rPr lang="en-PH">
                <a:latin typeface="Impact"/>
              </a:rPr>
              <a:t>2.2 </a:t>
            </a:r>
            <a:r>
              <a:rPr lang="en-PH" i="1">
                <a:latin typeface="Impact"/>
              </a:rPr>
              <a:t>Authentication – Registration Page Logic</a:t>
            </a:r>
            <a:endParaRPr lang="en-PH" i="1"/>
          </a:p>
        </p:txBody>
      </p:sp>
    </p:spTree>
    <p:extLst>
      <p:ext uri="{BB962C8B-B14F-4D97-AF65-F5344CB8AC3E}">
        <p14:creationId xmlns:p14="http://schemas.microsoft.com/office/powerpoint/2010/main" val="3026717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C0BFE-3DC4-439B-FCDE-A42835B16E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84669FF-EA11-147E-86F8-4F8ED736D96B}"/>
              </a:ext>
            </a:extLst>
          </p:cNvPr>
          <p:cNvSpPr txBox="1"/>
          <p:nvPr/>
        </p:nvSpPr>
        <p:spPr>
          <a:xfrm>
            <a:off x="540786" y="2052117"/>
            <a:ext cx="24659421" cy="77559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800" b="1" i="1">
                <a:latin typeface="DejaVu Sans"/>
                <a:ea typeface="Calibri"/>
                <a:cs typeface="Calibri"/>
              </a:rPr>
              <a:t>Account/</a:t>
            </a:r>
            <a:r>
              <a:rPr lang="en-PH" sz="4800" b="1" i="1">
                <a:solidFill>
                  <a:srgbClr val="000000"/>
                </a:solidFill>
                <a:latin typeface="DejaVu Sans"/>
                <a:ea typeface="Calibri"/>
                <a:cs typeface="Calibri"/>
              </a:rPr>
              <a:t>Register — Registration Form</a:t>
            </a:r>
            <a:endParaRPr lang="en-PH" sz="4800">
              <a:cs typeface="Arial"/>
            </a:endParaRPr>
          </a:p>
          <a:p>
            <a:r>
              <a:rPr lang="en-PH" sz="4800">
                <a:solidFill>
                  <a:srgbClr val="000000"/>
                </a:solidFill>
                <a:latin typeface="Arial"/>
                <a:ea typeface="Calibri"/>
                <a:cs typeface="Arial"/>
              </a:rPr>
              <a:t> </a:t>
            </a:r>
            <a:r>
              <a:rPr lang="en-PH" sz="4800" b="1">
                <a:solidFill>
                  <a:srgbClr val="000000"/>
                </a:solidFill>
                <a:latin typeface="Arial"/>
                <a:ea typeface="Calibri"/>
                <a:cs typeface="Arial"/>
              </a:rPr>
              <a:t>Field: </a:t>
            </a:r>
            <a:r>
              <a:rPr lang="en-PH" sz="4800" b="1">
                <a:solidFill>
                  <a:srgbClr val="000000"/>
                </a:solidFill>
                <a:ea typeface="Calibri"/>
                <a:cs typeface="+mn-lt"/>
              </a:rPr>
              <a:t>Success countdown</a:t>
            </a:r>
            <a:endParaRPr lang="en-PH" sz="4800" b="1"/>
          </a:p>
          <a:p>
            <a:r>
              <a:rPr lang="en-PH" sz="4800">
                <a:solidFill>
                  <a:srgbClr val="000000"/>
                </a:solidFill>
                <a:latin typeface="Arial"/>
                <a:ea typeface="Calibri"/>
                <a:cs typeface="Arial"/>
              </a:rPr>
              <a:t>  Logic: Auto-redirect timer</a:t>
            </a:r>
          </a:p>
          <a:p>
            <a:r>
              <a:rPr lang="en-PH" sz="4800">
                <a:solidFill>
                  <a:srgbClr val="000000"/>
                </a:solidFill>
                <a:latin typeface="Arial"/>
                <a:ea typeface="Calibri"/>
                <a:cs typeface="Arial"/>
              </a:rPr>
              <a:t>    Display: "Account created successfully! Redirecting to login in 3... 2... 1..."</a:t>
            </a:r>
          </a:p>
          <a:p>
            <a:r>
              <a:rPr lang="en-PH" sz="4800">
                <a:solidFill>
                  <a:srgbClr val="000000"/>
                </a:solidFill>
                <a:latin typeface="Arial"/>
                <a:ea typeface="Calibri"/>
                <a:cs typeface="Arial"/>
              </a:rPr>
              <a:t>    Action: </a:t>
            </a:r>
            <a:r>
              <a:rPr lang="en-PH" sz="4800">
                <a:ea typeface="Calibri"/>
                <a:cs typeface="Arial"/>
              </a:rPr>
              <a:t>Countdown reaches 0</a:t>
            </a:r>
          </a:p>
          <a:p>
            <a:r>
              <a:rPr lang="en-PH" sz="4800">
                <a:ea typeface="Calibri"/>
                <a:cs typeface="Arial"/>
              </a:rPr>
              <a:t>   Action Logic: Navigate to /Account/Login</a:t>
            </a:r>
          </a:p>
          <a:p>
            <a:endParaRPr lang="en-PH">
              <a:ea typeface="Calibri"/>
              <a:cs typeface="Arial"/>
            </a:endParaRPr>
          </a:p>
          <a:p>
            <a:r>
              <a:rPr lang="en-PH" sz="4800" b="1">
                <a:solidFill>
                  <a:srgbClr val="000000"/>
                </a:solidFill>
                <a:latin typeface="Arial"/>
                <a:ea typeface="Calibri"/>
                <a:cs typeface="Arial"/>
              </a:rPr>
              <a:t> Field: </a:t>
            </a:r>
            <a:r>
              <a:rPr lang="en-PH" sz="4800" b="1">
                <a:solidFill>
                  <a:srgbClr val="000000"/>
                </a:solidFill>
                <a:ea typeface="Calibri"/>
                <a:cs typeface="+mn-lt"/>
              </a:rPr>
              <a:t>Sign In link</a:t>
            </a:r>
          </a:p>
          <a:p>
            <a:r>
              <a:rPr lang="en-PH" sz="4800">
                <a:solidFill>
                  <a:srgbClr val="000000"/>
                </a:solidFill>
                <a:ea typeface="Calibri"/>
                <a:cs typeface="+mn-lt"/>
              </a:rPr>
              <a:t> </a:t>
            </a:r>
            <a:r>
              <a:rPr lang="en-PH" sz="4800">
                <a:solidFill>
                  <a:srgbClr val="000000"/>
                </a:solidFill>
                <a:latin typeface="Arial"/>
                <a:ea typeface="Calibri"/>
                <a:cs typeface="Arial"/>
              </a:rPr>
              <a:t> Logic: Navigate to login</a:t>
            </a:r>
          </a:p>
          <a:p>
            <a:r>
              <a:rPr lang="en-PH" sz="4800">
                <a:solidFill>
                  <a:srgbClr val="000000"/>
                </a:solidFill>
                <a:latin typeface="Arial"/>
                <a:ea typeface="Calibri"/>
                <a:cs typeface="Arial"/>
              </a:rPr>
              <a:t>    Action: Click "Sign In"</a:t>
            </a:r>
            <a:endParaRPr lang="en-PH" sz="4800"/>
          </a:p>
          <a:p>
            <a:r>
              <a:rPr lang="en-PH" sz="4800">
                <a:solidFill>
                  <a:srgbClr val="000000"/>
                </a:solidFill>
                <a:latin typeface="Arial"/>
                <a:ea typeface="Calibri"/>
                <a:cs typeface="Arial"/>
              </a:rPr>
              <a:t>   Action Logic: Redirect to /Account/Login</a:t>
            </a:r>
          </a:p>
        </p:txBody>
      </p:sp>
      <p:sp>
        <p:nvSpPr>
          <p:cNvPr id="7" name="Text Placeholder 5">
            <a:extLst>
              <a:ext uri="{FF2B5EF4-FFF2-40B4-BE49-F238E27FC236}">
                <a16:creationId xmlns:a16="http://schemas.microsoft.com/office/drawing/2014/main" id="{CE0BB48A-8572-9C76-51FA-6F440D533385}"/>
              </a:ext>
            </a:extLst>
          </p:cNvPr>
          <p:cNvSpPr>
            <a:spLocks noGrp="1"/>
          </p:cNvSpPr>
          <p:nvPr>
            <p:ph type="body" sz="quarter" idx="13"/>
          </p:nvPr>
        </p:nvSpPr>
        <p:spPr>
          <a:xfrm>
            <a:off x="533400" y="203200"/>
            <a:ext cx="22174200" cy="1282700"/>
          </a:xfrm>
        </p:spPr>
        <p:txBody>
          <a:bodyPr/>
          <a:lstStyle/>
          <a:p>
            <a:r>
              <a:rPr lang="en-PH">
                <a:latin typeface="Impact"/>
              </a:rPr>
              <a:t>2.2 </a:t>
            </a:r>
            <a:r>
              <a:rPr lang="en-PH" i="1">
                <a:latin typeface="Impact"/>
              </a:rPr>
              <a:t>Authentication – Registration Page Logic</a:t>
            </a:r>
            <a:endParaRPr lang="en-PH" i="1"/>
          </a:p>
        </p:txBody>
      </p:sp>
    </p:spTree>
    <p:extLst>
      <p:ext uri="{BB962C8B-B14F-4D97-AF65-F5344CB8AC3E}">
        <p14:creationId xmlns:p14="http://schemas.microsoft.com/office/powerpoint/2010/main" val="1314579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16F24-DACF-136F-110C-988FA0865E5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B5A0E6AE-EF7A-7110-FB64-A38D7337F8FC}"/>
              </a:ext>
            </a:extLst>
          </p:cNvPr>
          <p:cNvSpPr>
            <a:spLocks noGrp="1"/>
          </p:cNvSpPr>
          <p:nvPr>
            <p:ph type="body" sz="quarter" idx="13"/>
          </p:nvPr>
        </p:nvSpPr>
        <p:spPr/>
        <p:txBody>
          <a:bodyPr/>
          <a:lstStyle/>
          <a:p>
            <a:r>
              <a:rPr lang="en-PH">
                <a:latin typeface="Impact"/>
              </a:rPr>
              <a:t>2.3 Authentication – Verification Page</a:t>
            </a:r>
            <a:endParaRPr lang="en-PH"/>
          </a:p>
        </p:txBody>
      </p:sp>
      <p:pic>
        <p:nvPicPr>
          <p:cNvPr id="3" name="Picture 2">
            <a:extLst>
              <a:ext uri="{FF2B5EF4-FFF2-40B4-BE49-F238E27FC236}">
                <a16:creationId xmlns:a16="http://schemas.microsoft.com/office/drawing/2014/main" id="{3EA3352C-D62C-8981-51D0-5DA94BD1B6AC}"/>
              </a:ext>
            </a:extLst>
          </p:cNvPr>
          <p:cNvPicPr>
            <a:picLocks noChangeAspect="1"/>
          </p:cNvPicPr>
          <p:nvPr/>
        </p:nvPicPr>
        <p:blipFill>
          <a:blip r:embed="rId2"/>
          <a:stretch>
            <a:fillRect/>
          </a:stretch>
        </p:blipFill>
        <p:spPr>
          <a:xfrm>
            <a:off x="1022645" y="1813602"/>
            <a:ext cx="22166166" cy="11235827"/>
          </a:xfrm>
          <a:prstGeom prst="rect">
            <a:avLst/>
          </a:prstGeom>
        </p:spPr>
      </p:pic>
    </p:spTree>
    <p:extLst>
      <p:ext uri="{BB962C8B-B14F-4D97-AF65-F5344CB8AC3E}">
        <p14:creationId xmlns:p14="http://schemas.microsoft.com/office/powerpoint/2010/main" val="647907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B918-87EE-4019-D76D-3AE41510AF9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D04EA3CA-8CE5-FA2D-8D98-FB6C98CB1B73}"/>
              </a:ext>
            </a:extLst>
          </p:cNvPr>
          <p:cNvSpPr>
            <a:spLocks noGrp="1"/>
          </p:cNvSpPr>
          <p:nvPr>
            <p:ph type="body" sz="quarter" idx="13"/>
          </p:nvPr>
        </p:nvSpPr>
        <p:spPr/>
        <p:txBody>
          <a:bodyPr/>
          <a:lstStyle/>
          <a:p>
            <a:r>
              <a:rPr lang="en-PH">
                <a:latin typeface="Impact"/>
              </a:rPr>
              <a:t>2.3 Authentication – Verification Page</a:t>
            </a:r>
            <a:endParaRPr lang="en-PH"/>
          </a:p>
        </p:txBody>
      </p:sp>
      <p:pic>
        <p:nvPicPr>
          <p:cNvPr id="2" name="Picture 1">
            <a:extLst>
              <a:ext uri="{FF2B5EF4-FFF2-40B4-BE49-F238E27FC236}">
                <a16:creationId xmlns:a16="http://schemas.microsoft.com/office/drawing/2014/main" id="{832C0C69-77FA-9BE4-AF4D-BC0A4A1899A5}"/>
              </a:ext>
            </a:extLst>
          </p:cNvPr>
          <p:cNvPicPr>
            <a:picLocks noChangeAspect="1"/>
          </p:cNvPicPr>
          <p:nvPr/>
        </p:nvPicPr>
        <p:blipFill>
          <a:blip r:embed="rId2"/>
          <a:stretch>
            <a:fillRect/>
          </a:stretch>
        </p:blipFill>
        <p:spPr>
          <a:xfrm>
            <a:off x="2096550" y="2559875"/>
            <a:ext cx="17887950" cy="9105900"/>
          </a:xfrm>
          <a:prstGeom prst="rect">
            <a:avLst/>
          </a:prstGeom>
        </p:spPr>
      </p:pic>
    </p:spTree>
    <p:extLst>
      <p:ext uri="{BB962C8B-B14F-4D97-AF65-F5344CB8AC3E}">
        <p14:creationId xmlns:p14="http://schemas.microsoft.com/office/powerpoint/2010/main" val="3682446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ADAED-49FB-5ADF-D466-7205290B18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F9A1A6-33A2-0AB2-A652-D6DAE57120DE}"/>
              </a:ext>
            </a:extLst>
          </p:cNvPr>
          <p:cNvSpPr txBox="1"/>
          <p:nvPr/>
        </p:nvSpPr>
        <p:spPr>
          <a:xfrm>
            <a:off x="395172" y="2015713"/>
            <a:ext cx="24163662" cy="78790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5400" b="1" i="1">
                <a:latin typeface="DejaVu Sans"/>
                <a:ea typeface="Calibri"/>
                <a:cs typeface="Calibri"/>
              </a:rPr>
              <a:t>Account/</a:t>
            </a:r>
            <a:r>
              <a:rPr lang="en-PH" sz="5400" b="1" i="1" err="1">
                <a:solidFill>
                  <a:srgbClr val="000000"/>
                </a:solidFill>
                <a:latin typeface="DejaVu Sans"/>
                <a:ea typeface="Calibri"/>
                <a:cs typeface="Calibri"/>
              </a:rPr>
              <a:t>EnterVerificationCode</a:t>
            </a:r>
            <a:r>
              <a:rPr lang="en-PH" sz="5400" b="1" i="1">
                <a:solidFill>
                  <a:srgbClr val="000000"/>
                </a:solidFill>
                <a:latin typeface="DejaVu Sans"/>
                <a:ea typeface="Calibri"/>
                <a:cs typeface="Calibri"/>
              </a:rPr>
              <a:t> — Code Verification</a:t>
            </a:r>
            <a:endParaRPr lang="en-PH" sz="5400">
              <a:solidFill>
                <a:srgbClr val="000000"/>
              </a:solidFill>
              <a:latin typeface="Arial"/>
              <a:ea typeface="Calibri"/>
              <a:cs typeface="Arial"/>
            </a:endParaRPr>
          </a:p>
          <a:p>
            <a:r>
              <a:rPr lang="en-PH" sz="5400">
                <a:solidFill>
                  <a:srgbClr val="000000"/>
                </a:solidFill>
                <a:latin typeface="Arial"/>
                <a:ea typeface="Calibri"/>
                <a:cs typeface="Arial"/>
              </a:rPr>
              <a:t> </a:t>
            </a:r>
            <a:r>
              <a:rPr lang="en-PH" sz="5400" b="1">
                <a:solidFill>
                  <a:srgbClr val="000000"/>
                </a:solidFill>
                <a:latin typeface="Arial"/>
                <a:ea typeface="Calibri"/>
                <a:cs typeface="Arial"/>
              </a:rPr>
              <a:t>Field: </a:t>
            </a:r>
            <a:r>
              <a:rPr lang="en-PH" sz="5400" b="1">
                <a:solidFill>
                  <a:srgbClr val="000000"/>
                </a:solidFill>
                <a:ea typeface="Calibri"/>
                <a:cs typeface="+mn-lt"/>
              </a:rPr>
              <a:t>Email display</a:t>
            </a:r>
            <a:endParaRPr lang="en-PH" sz="5400" b="1"/>
          </a:p>
          <a:p>
            <a:r>
              <a:rPr lang="en-PH" sz="5400">
                <a:solidFill>
                  <a:srgbClr val="000000"/>
                </a:solidFill>
                <a:latin typeface="Arial"/>
                <a:ea typeface="Calibri"/>
                <a:cs typeface="Arial"/>
              </a:rPr>
              <a:t>  Logic: Read-only display of registered email</a:t>
            </a:r>
          </a:p>
          <a:p>
            <a:r>
              <a:rPr lang="en-PH" sz="5400">
                <a:solidFill>
                  <a:srgbClr val="000000"/>
                </a:solidFill>
                <a:latin typeface="Arial"/>
                <a:ea typeface="Calibri"/>
                <a:cs typeface="Arial"/>
              </a:rPr>
              <a:t>    Display: Email address from query parameter</a:t>
            </a:r>
          </a:p>
          <a:p>
            <a:endParaRPr lang="en-PH" sz="2000">
              <a:ea typeface="Calibri"/>
              <a:cs typeface="Arial"/>
            </a:endParaRPr>
          </a:p>
          <a:p>
            <a:r>
              <a:rPr lang="en-PH" sz="5400" b="1">
                <a:solidFill>
                  <a:srgbClr val="000000"/>
                </a:solidFill>
                <a:latin typeface="Arial"/>
                <a:ea typeface="Calibri"/>
                <a:cs typeface="Arial"/>
              </a:rPr>
              <a:t> Field: </a:t>
            </a:r>
            <a:r>
              <a:rPr lang="en-PH" sz="5400" b="1">
                <a:solidFill>
                  <a:srgbClr val="000000"/>
                </a:solidFill>
                <a:ea typeface="Calibri"/>
                <a:cs typeface="+mn-lt"/>
              </a:rPr>
              <a:t>Verification code input</a:t>
            </a:r>
            <a:endParaRPr lang="en-PH">
              <a:solidFill>
                <a:srgbClr val="000000"/>
              </a:solidFill>
              <a:ea typeface="+mn-lt"/>
              <a:cs typeface="+mn-lt"/>
            </a:endParaRPr>
          </a:p>
          <a:p>
            <a:r>
              <a:rPr lang="en-PH" sz="5400">
                <a:solidFill>
                  <a:srgbClr val="000000"/>
                </a:solidFill>
                <a:ea typeface="Calibri"/>
                <a:cs typeface="+mn-lt"/>
              </a:rPr>
              <a:t> </a:t>
            </a:r>
            <a:r>
              <a:rPr lang="en-PH" sz="5400">
                <a:solidFill>
                  <a:srgbClr val="000000"/>
                </a:solidFill>
                <a:latin typeface="Arial"/>
                <a:ea typeface="Calibri"/>
                <a:cs typeface="Arial"/>
              </a:rPr>
              <a:t> Logic: 6-digit numeric code entry</a:t>
            </a:r>
          </a:p>
          <a:p>
            <a:r>
              <a:rPr lang="en-PH" sz="5400">
                <a:solidFill>
                  <a:srgbClr val="000000"/>
                </a:solidFill>
                <a:latin typeface="Arial"/>
                <a:ea typeface="Calibri"/>
                <a:cs typeface="Arial"/>
              </a:rPr>
              <a:t>    Validation: Exactly 6 digits; numeric only</a:t>
            </a:r>
          </a:p>
          <a:p>
            <a:r>
              <a:rPr lang="en-PH" sz="5400">
                <a:solidFill>
                  <a:srgbClr val="000000"/>
                </a:solidFill>
                <a:latin typeface="Arial"/>
                <a:ea typeface="Calibri"/>
                <a:cs typeface="Arial"/>
              </a:rPr>
              <a:t>    Display: Monospace font, centered, large text</a:t>
            </a:r>
          </a:p>
          <a:p>
            <a:r>
              <a:rPr lang="en-PH" sz="5400">
                <a:solidFill>
                  <a:srgbClr val="000000"/>
                </a:solidFill>
                <a:latin typeface="Arial"/>
                <a:ea typeface="Calibri"/>
                <a:cs typeface="Arial"/>
              </a:rPr>
              <a:t>    JavaScript: Auto-submit when 6 digits entered; Prevent non-digit input</a:t>
            </a:r>
            <a:endParaRPr lang="en-PH"/>
          </a:p>
        </p:txBody>
      </p:sp>
      <p:sp>
        <p:nvSpPr>
          <p:cNvPr id="6" name="Text Placeholder 5">
            <a:extLst>
              <a:ext uri="{FF2B5EF4-FFF2-40B4-BE49-F238E27FC236}">
                <a16:creationId xmlns:a16="http://schemas.microsoft.com/office/drawing/2014/main" id="{752B9F4F-89BD-616C-B6A7-A64C0B375386}"/>
              </a:ext>
            </a:extLst>
          </p:cNvPr>
          <p:cNvSpPr>
            <a:spLocks noGrp="1"/>
          </p:cNvSpPr>
          <p:nvPr>
            <p:ph type="body" sz="quarter" idx="13"/>
          </p:nvPr>
        </p:nvSpPr>
        <p:spPr/>
        <p:txBody>
          <a:bodyPr/>
          <a:lstStyle/>
          <a:p>
            <a:r>
              <a:rPr lang="en-PH">
                <a:latin typeface="Impact"/>
              </a:rPr>
              <a:t>2.3 </a:t>
            </a:r>
            <a:r>
              <a:rPr lang="en-PH" i="1">
                <a:latin typeface="Impact"/>
              </a:rPr>
              <a:t>Authentication - Verification Page Logic</a:t>
            </a:r>
            <a:endParaRPr lang="en-PH" i="1"/>
          </a:p>
        </p:txBody>
      </p:sp>
    </p:spTree>
    <p:extLst>
      <p:ext uri="{BB962C8B-B14F-4D97-AF65-F5344CB8AC3E}">
        <p14:creationId xmlns:p14="http://schemas.microsoft.com/office/powerpoint/2010/main" val="85539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5909A-4CF5-8CCD-1F89-F82B414576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0DADD3-0955-DA22-7328-8985CA849178}"/>
              </a:ext>
            </a:extLst>
          </p:cNvPr>
          <p:cNvSpPr txBox="1"/>
          <p:nvPr/>
        </p:nvSpPr>
        <p:spPr>
          <a:xfrm>
            <a:off x="358768" y="2834793"/>
            <a:ext cx="24163662"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DejaVu Sans"/>
                <a:ea typeface="Calibri"/>
                <a:cs typeface="Calibri"/>
              </a:rPr>
              <a:t>Account/</a:t>
            </a:r>
            <a:r>
              <a:rPr lang="en-PH" sz="3600" b="1" i="1" err="1">
                <a:solidFill>
                  <a:srgbClr val="000000"/>
                </a:solidFill>
                <a:latin typeface="DejaVu Sans"/>
                <a:ea typeface="Calibri"/>
                <a:cs typeface="Calibri"/>
              </a:rPr>
              <a:t>EnterVerificationCode</a:t>
            </a:r>
            <a:r>
              <a:rPr lang="en-PH" sz="3600" b="1" i="1">
                <a:solidFill>
                  <a:srgbClr val="000000"/>
                </a:solidFill>
                <a:latin typeface="DejaVu Sans"/>
                <a:ea typeface="Calibri"/>
                <a:cs typeface="Calibri"/>
              </a:rPr>
              <a:t> — Code Verification</a:t>
            </a:r>
            <a:endParaRPr lang="en-PH" sz="3600">
              <a:solidFill>
                <a:srgbClr val="000000"/>
              </a:solidFill>
              <a:latin typeface="Arial"/>
              <a:ea typeface="Calibri"/>
              <a:cs typeface="Arial"/>
            </a:endParaRPr>
          </a:p>
          <a:p>
            <a:r>
              <a:rPr lang="en-PH" sz="3600">
                <a:solidFill>
                  <a:srgbClr val="000000"/>
                </a:solidFill>
                <a:latin typeface="Arial"/>
                <a:ea typeface="Calibri"/>
                <a:cs typeface="Arial"/>
              </a:rPr>
              <a:t> </a:t>
            </a:r>
            <a:r>
              <a:rPr lang="en-PH" sz="3600" b="1">
                <a:solidFill>
                  <a:srgbClr val="000000"/>
                </a:solidFill>
                <a:latin typeface="Arial"/>
                <a:ea typeface="Calibri"/>
                <a:cs typeface="Arial"/>
              </a:rPr>
              <a:t>Field: </a:t>
            </a:r>
            <a:r>
              <a:rPr lang="en-PH" sz="3600" b="1">
                <a:solidFill>
                  <a:srgbClr val="000000"/>
                </a:solidFill>
                <a:ea typeface="Calibri"/>
                <a:cs typeface="+mn-lt"/>
              </a:rPr>
              <a:t>Verify Email button</a:t>
            </a:r>
            <a:endParaRPr lang="en-PH" sz="3600" b="1"/>
          </a:p>
          <a:p>
            <a:r>
              <a:rPr lang="en-PH" sz="3600">
                <a:solidFill>
                  <a:srgbClr val="000000"/>
                </a:solidFill>
                <a:latin typeface="Arial"/>
                <a:ea typeface="Calibri"/>
                <a:cs typeface="Arial"/>
              </a:rPr>
              <a:t>  Logic: Code verification submission</a:t>
            </a:r>
          </a:p>
          <a:p>
            <a:r>
              <a:rPr lang="en-PH" sz="3600">
                <a:solidFill>
                  <a:srgbClr val="000000"/>
                </a:solidFill>
                <a:latin typeface="Arial"/>
                <a:ea typeface="Calibri"/>
                <a:cs typeface="Arial"/>
              </a:rPr>
              <a:t>    Action: Click "Verify Email"</a:t>
            </a:r>
          </a:p>
          <a:p>
            <a:r>
              <a:rPr lang="en-PH" sz="3600">
                <a:ea typeface="Calibri"/>
                <a:cs typeface="Arial"/>
              </a:rPr>
              <a:t>   Action Logic: Submit form; Validate code</a:t>
            </a:r>
          </a:p>
          <a:p>
            <a:r>
              <a:rPr lang="en-PH" sz="3600">
                <a:ea typeface="+mn-lt"/>
                <a:cs typeface="+mn-lt"/>
              </a:rPr>
              <a:t>    Find member by verification code via </a:t>
            </a:r>
            <a:r>
              <a:rPr lang="en-PH" sz="3600" err="1">
                <a:ea typeface="+mn-lt"/>
                <a:cs typeface="+mn-lt"/>
              </a:rPr>
              <a:t>IMemberService.GetMemberByVerificationCode</a:t>
            </a:r>
            <a:r>
              <a:rPr lang="en-PH" sz="3600">
                <a:ea typeface="+mn-lt"/>
                <a:cs typeface="+mn-lt"/>
              </a:rPr>
              <a:t>(code)</a:t>
            </a:r>
            <a:endParaRPr lang="en-PH" sz="3600"/>
          </a:p>
          <a:p>
            <a:r>
              <a:rPr lang="en-PH" sz="3600">
                <a:ea typeface="+mn-lt"/>
                <a:cs typeface="+mn-lt"/>
              </a:rPr>
              <a:t>    Check email matches</a:t>
            </a:r>
            <a:endParaRPr lang="en-PH" sz="3600"/>
          </a:p>
          <a:p>
            <a:r>
              <a:rPr lang="en-PH" sz="3600">
                <a:ea typeface="+mn-lt"/>
                <a:cs typeface="+mn-lt"/>
              </a:rPr>
              <a:t>    Check token not expired</a:t>
            </a:r>
            <a:endParaRPr lang="en-PH" sz="3600"/>
          </a:p>
          <a:p>
            <a:r>
              <a:rPr lang="en-PH" sz="3600">
                <a:ea typeface="+mn-lt"/>
                <a:cs typeface="+mn-lt"/>
              </a:rPr>
              <a:t>    Check not already verified</a:t>
            </a:r>
            <a:endParaRPr lang="en-PH" sz="3600"/>
          </a:p>
          <a:p>
            <a:r>
              <a:rPr lang="en-PH" sz="3600">
                <a:ea typeface="+mn-lt"/>
                <a:cs typeface="+mn-lt"/>
              </a:rPr>
              <a:t>    If valid: Set </a:t>
            </a:r>
            <a:r>
              <a:rPr lang="en-PH" sz="3600" err="1">
                <a:ea typeface="+mn-lt"/>
                <a:cs typeface="+mn-lt"/>
              </a:rPr>
              <a:t>EmailVerified</a:t>
            </a:r>
            <a:r>
              <a:rPr lang="en-PH" sz="3600">
                <a:ea typeface="+mn-lt"/>
                <a:cs typeface="+mn-lt"/>
              </a:rPr>
              <a:t>=true; Clear verification token, code, and expiry; Update member</a:t>
            </a:r>
            <a:endParaRPr lang="en-PH" sz="3600"/>
          </a:p>
          <a:p>
            <a:r>
              <a:rPr lang="en-PH" sz="3600">
                <a:ea typeface="+mn-lt"/>
                <a:cs typeface="+mn-lt"/>
              </a:rPr>
              <a:t>    Display success message</a:t>
            </a:r>
            <a:endParaRPr lang="en-PH" sz="3600"/>
          </a:p>
          <a:p>
            <a:r>
              <a:rPr lang="en-PH" sz="3600">
                <a:ea typeface="+mn-lt"/>
                <a:cs typeface="+mn-lt"/>
              </a:rPr>
              <a:t>    Show "Go to Login" button</a:t>
            </a:r>
            <a:endParaRPr lang="en-PH" sz="3600"/>
          </a:p>
        </p:txBody>
      </p:sp>
      <p:sp>
        <p:nvSpPr>
          <p:cNvPr id="6" name="Text Placeholder 5">
            <a:extLst>
              <a:ext uri="{FF2B5EF4-FFF2-40B4-BE49-F238E27FC236}">
                <a16:creationId xmlns:a16="http://schemas.microsoft.com/office/drawing/2014/main" id="{9BFA6231-7FA7-2D92-296E-6FDDB8695112}"/>
              </a:ext>
            </a:extLst>
          </p:cNvPr>
          <p:cNvSpPr>
            <a:spLocks noGrp="1"/>
          </p:cNvSpPr>
          <p:nvPr>
            <p:ph type="body" sz="quarter" idx="13"/>
          </p:nvPr>
        </p:nvSpPr>
        <p:spPr/>
        <p:txBody>
          <a:bodyPr/>
          <a:lstStyle/>
          <a:p>
            <a:r>
              <a:rPr lang="en-PH">
                <a:latin typeface="Impact"/>
              </a:rPr>
              <a:t>2.3 </a:t>
            </a:r>
            <a:r>
              <a:rPr lang="en-PH" i="1">
                <a:latin typeface="Impact"/>
              </a:rPr>
              <a:t>Authentication - Verification Page Logic</a:t>
            </a:r>
            <a:endParaRPr lang="en-PH">
              <a:solidFill>
                <a:srgbClr val="000000"/>
              </a:solidFill>
              <a:latin typeface="Impact"/>
            </a:endParaRPr>
          </a:p>
        </p:txBody>
      </p:sp>
    </p:spTree>
    <p:extLst>
      <p:ext uri="{BB962C8B-B14F-4D97-AF65-F5344CB8AC3E}">
        <p14:creationId xmlns:p14="http://schemas.microsoft.com/office/powerpoint/2010/main" val="427244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372C6-47B9-1F12-5A8D-ED8C458F0E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F2E49E-B188-412D-D731-AFDDC0BD5ACA}"/>
              </a:ext>
            </a:extLst>
          </p:cNvPr>
          <p:cNvSpPr txBox="1"/>
          <p:nvPr/>
        </p:nvSpPr>
        <p:spPr>
          <a:xfrm>
            <a:off x="540786" y="2980407"/>
            <a:ext cx="24163662"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800" b="1" i="1">
                <a:latin typeface="DejaVu Sans"/>
                <a:ea typeface="Calibri"/>
                <a:cs typeface="Calibri"/>
              </a:rPr>
              <a:t>Account/</a:t>
            </a:r>
            <a:r>
              <a:rPr lang="en-PH" sz="4800" b="1" i="1" err="1">
                <a:solidFill>
                  <a:srgbClr val="000000"/>
                </a:solidFill>
                <a:latin typeface="DejaVu Sans"/>
                <a:ea typeface="Calibri"/>
                <a:cs typeface="Calibri"/>
              </a:rPr>
              <a:t>EnterVerificationCode</a:t>
            </a:r>
            <a:r>
              <a:rPr lang="en-PH" sz="4800" b="1" i="1">
                <a:solidFill>
                  <a:srgbClr val="000000"/>
                </a:solidFill>
                <a:latin typeface="DejaVu Sans"/>
                <a:ea typeface="Calibri"/>
                <a:cs typeface="Calibri"/>
              </a:rPr>
              <a:t> — Code Verification</a:t>
            </a:r>
            <a:endParaRPr lang="en-PH" sz="4800">
              <a:solidFill>
                <a:srgbClr val="000000"/>
              </a:solidFill>
              <a:latin typeface="Arial"/>
              <a:ea typeface="Calibri"/>
              <a:cs typeface="Arial"/>
            </a:endParaRPr>
          </a:p>
          <a:p>
            <a:r>
              <a:rPr lang="en-PH" sz="4800">
                <a:solidFill>
                  <a:srgbClr val="000000"/>
                </a:solidFill>
                <a:latin typeface="Arial"/>
                <a:ea typeface="Calibri"/>
                <a:cs typeface="Arial"/>
              </a:rPr>
              <a:t> </a:t>
            </a:r>
            <a:r>
              <a:rPr lang="en-PH" sz="4800" b="1">
                <a:solidFill>
                  <a:srgbClr val="000000"/>
                </a:solidFill>
                <a:latin typeface="Arial"/>
                <a:ea typeface="Calibri"/>
                <a:cs typeface="Arial"/>
              </a:rPr>
              <a:t>Field: </a:t>
            </a:r>
            <a:r>
              <a:rPr lang="en-PH" sz="4800" b="1">
                <a:solidFill>
                  <a:srgbClr val="000000"/>
                </a:solidFill>
                <a:ea typeface="Calibri"/>
                <a:cs typeface="+mn-lt"/>
              </a:rPr>
              <a:t>Resend Code button</a:t>
            </a:r>
            <a:endParaRPr lang="en-PH" sz="4800" b="1"/>
          </a:p>
          <a:p>
            <a:r>
              <a:rPr lang="en-PH" sz="4800">
                <a:solidFill>
                  <a:srgbClr val="000000"/>
                </a:solidFill>
                <a:latin typeface="Arial"/>
                <a:ea typeface="Calibri"/>
                <a:cs typeface="Arial"/>
              </a:rPr>
              <a:t>  Logic: Request new verification code</a:t>
            </a:r>
          </a:p>
          <a:p>
            <a:r>
              <a:rPr lang="en-PH" sz="4800">
                <a:solidFill>
                  <a:srgbClr val="000000"/>
                </a:solidFill>
                <a:latin typeface="Arial"/>
                <a:ea typeface="Calibri"/>
                <a:cs typeface="Arial"/>
              </a:rPr>
              <a:t>    Action: Click "Resend Code"</a:t>
            </a:r>
          </a:p>
          <a:p>
            <a:r>
              <a:rPr lang="en-PH" sz="4800">
                <a:ea typeface="Calibri"/>
                <a:cs typeface="Arial"/>
              </a:rPr>
              <a:t>   Action Logic: Generate new code; Send new email; Display alert (placeholder)</a:t>
            </a:r>
          </a:p>
          <a:p>
            <a:endParaRPr lang="en-PH">
              <a:ea typeface="Calibri"/>
              <a:cs typeface="Arial"/>
            </a:endParaRPr>
          </a:p>
          <a:p>
            <a:r>
              <a:rPr lang="en-PH" sz="4800" b="1">
                <a:solidFill>
                  <a:srgbClr val="000000"/>
                </a:solidFill>
                <a:latin typeface="Arial"/>
                <a:ea typeface="Calibri"/>
                <a:cs typeface="Arial"/>
              </a:rPr>
              <a:t> Field: </a:t>
            </a:r>
            <a:r>
              <a:rPr lang="en-PH" sz="4800" b="1">
                <a:solidFill>
                  <a:srgbClr val="000000"/>
                </a:solidFill>
                <a:ea typeface="Calibri"/>
                <a:cs typeface="+mn-lt"/>
              </a:rPr>
              <a:t>Go to Login button</a:t>
            </a:r>
            <a:endParaRPr lang="en-PH" sz="4800">
              <a:solidFill>
                <a:srgbClr val="000000"/>
              </a:solidFill>
              <a:ea typeface="+mn-lt"/>
              <a:cs typeface="+mn-lt"/>
            </a:endParaRPr>
          </a:p>
          <a:p>
            <a:r>
              <a:rPr lang="en-PH" sz="4800">
                <a:solidFill>
                  <a:srgbClr val="000000"/>
                </a:solidFill>
                <a:ea typeface="Calibri"/>
                <a:cs typeface="+mn-lt"/>
              </a:rPr>
              <a:t> </a:t>
            </a:r>
            <a:r>
              <a:rPr lang="en-PH" sz="4800">
                <a:solidFill>
                  <a:srgbClr val="000000"/>
                </a:solidFill>
                <a:latin typeface="Arial"/>
                <a:ea typeface="Calibri"/>
                <a:cs typeface="Arial"/>
              </a:rPr>
              <a:t> Logic: Navigate to login after success</a:t>
            </a:r>
          </a:p>
          <a:p>
            <a:r>
              <a:rPr lang="en-PH" sz="4800">
                <a:solidFill>
                  <a:srgbClr val="000000"/>
                </a:solidFill>
                <a:latin typeface="Arial"/>
                <a:ea typeface="Calibri"/>
                <a:cs typeface="Arial"/>
              </a:rPr>
              <a:t>    Action: Click "Go to Login"</a:t>
            </a:r>
          </a:p>
          <a:p>
            <a:r>
              <a:rPr lang="en-PH" sz="4800">
                <a:solidFill>
                  <a:srgbClr val="000000"/>
                </a:solidFill>
                <a:latin typeface="Arial"/>
                <a:ea typeface="Calibri"/>
                <a:cs typeface="Arial"/>
              </a:rPr>
              <a:t>     Action Logic: Redirect to /Account/Login</a:t>
            </a:r>
            <a:endParaRPr lang="en-PH" sz="4800">
              <a:ea typeface="Calibri"/>
              <a:cs typeface="Arial"/>
            </a:endParaRPr>
          </a:p>
        </p:txBody>
      </p:sp>
      <p:sp>
        <p:nvSpPr>
          <p:cNvPr id="6" name="Text Placeholder 5">
            <a:extLst>
              <a:ext uri="{FF2B5EF4-FFF2-40B4-BE49-F238E27FC236}">
                <a16:creationId xmlns:a16="http://schemas.microsoft.com/office/drawing/2014/main" id="{5DADE9B6-BCFD-1DD5-CF78-1F2B4E34DAED}"/>
              </a:ext>
            </a:extLst>
          </p:cNvPr>
          <p:cNvSpPr>
            <a:spLocks noGrp="1"/>
          </p:cNvSpPr>
          <p:nvPr>
            <p:ph type="body" sz="quarter" idx="13"/>
          </p:nvPr>
        </p:nvSpPr>
        <p:spPr/>
        <p:txBody>
          <a:bodyPr/>
          <a:lstStyle/>
          <a:p>
            <a:r>
              <a:rPr lang="en-PH">
                <a:latin typeface="Impact"/>
              </a:rPr>
              <a:t>2.3 </a:t>
            </a:r>
            <a:r>
              <a:rPr lang="en-PH" i="1">
                <a:latin typeface="Impact"/>
              </a:rPr>
              <a:t>Authentication - Verification Page Logic</a:t>
            </a:r>
            <a:endParaRPr lang="en-US"/>
          </a:p>
        </p:txBody>
      </p:sp>
    </p:spTree>
    <p:extLst>
      <p:ext uri="{BB962C8B-B14F-4D97-AF65-F5344CB8AC3E}">
        <p14:creationId xmlns:p14="http://schemas.microsoft.com/office/powerpoint/2010/main" val="24897792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D9F91-3B6C-D26F-7E25-36CF3C3F4A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2126C1-F05E-D5F1-F96A-5B1E9942441F}"/>
              </a:ext>
            </a:extLst>
          </p:cNvPr>
          <p:cNvSpPr txBox="1"/>
          <p:nvPr/>
        </p:nvSpPr>
        <p:spPr>
          <a:xfrm>
            <a:off x="540786" y="3089618"/>
            <a:ext cx="24163662" cy="80329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DejaVu Sans"/>
                <a:ea typeface="Calibri"/>
                <a:cs typeface="Calibri"/>
              </a:rPr>
              <a:t>Account/</a:t>
            </a:r>
            <a:r>
              <a:rPr lang="en-PH" sz="3600" b="1" i="1" err="1">
                <a:solidFill>
                  <a:srgbClr val="000000"/>
                </a:solidFill>
                <a:latin typeface="DejaVu Sans"/>
                <a:ea typeface="Calibri"/>
                <a:cs typeface="Calibri"/>
              </a:rPr>
              <a:t>VerifyEmail</a:t>
            </a:r>
            <a:r>
              <a:rPr lang="en-PH" sz="3600" b="1" i="1">
                <a:solidFill>
                  <a:srgbClr val="000000"/>
                </a:solidFill>
                <a:latin typeface="DejaVu Sans"/>
                <a:ea typeface="Calibri"/>
                <a:cs typeface="Calibri"/>
              </a:rPr>
              <a:t> — Link Verification</a:t>
            </a:r>
            <a:endParaRPr lang="en-PH" sz="3600">
              <a:solidFill>
                <a:srgbClr val="000000"/>
              </a:solidFill>
              <a:latin typeface="Arial"/>
              <a:ea typeface="Calibri"/>
              <a:cs typeface="Arial"/>
            </a:endParaRPr>
          </a:p>
          <a:p>
            <a:r>
              <a:rPr lang="en-PH" sz="3600">
                <a:solidFill>
                  <a:srgbClr val="000000"/>
                </a:solidFill>
                <a:latin typeface="Arial"/>
                <a:ea typeface="Calibri"/>
                <a:cs typeface="Arial"/>
              </a:rPr>
              <a:t> </a:t>
            </a:r>
            <a:r>
              <a:rPr lang="en-PH" sz="3600" b="1">
                <a:solidFill>
                  <a:srgbClr val="000000"/>
                </a:solidFill>
                <a:latin typeface="Arial"/>
                <a:ea typeface="Calibri"/>
                <a:cs typeface="Arial"/>
              </a:rPr>
              <a:t>Field: </a:t>
            </a:r>
            <a:r>
              <a:rPr lang="en-PH" sz="3600" b="1">
                <a:solidFill>
                  <a:srgbClr val="000000"/>
                </a:solidFill>
                <a:ea typeface="Calibri"/>
                <a:cs typeface="+mn-lt"/>
              </a:rPr>
              <a:t>Loading spinner</a:t>
            </a:r>
            <a:endParaRPr lang="en-PH" sz="3600" b="1"/>
          </a:p>
          <a:p>
            <a:r>
              <a:rPr lang="en-PH" sz="3600">
                <a:solidFill>
                  <a:srgbClr val="000000"/>
                </a:solidFill>
                <a:latin typeface="Arial"/>
                <a:ea typeface="Calibri"/>
                <a:cs typeface="Arial"/>
              </a:rPr>
              <a:t>  Logic: Initial state while processing</a:t>
            </a:r>
          </a:p>
          <a:p>
            <a:r>
              <a:rPr lang="en-PH" sz="3600">
                <a:solidFill>
                  <a:srgbClr val="000000"/>
                </a:solidFill>
                <a:latin typeface="Arial"/>
                <a:ea typeface="Calibri"/>
                <a:cs typeface="Arial"/>
              </a:rPr>
              <a:t>    Display: Animated spinner during verification</a:t>
            </a:r>
          </a:p>
          <a:p>
            <a:endParaRPr lang="en-PH" sz="1200">
              <a:ea typeface="Calibri"/>
              <a:cs typeface="Arial"/>
            </a:endParaRPr>
          </a:p>
          <a:p>
            <a:r>
              <a:rPr lang="en-PH" sz="3600" b="1">
                <a:solidFill>
                  <a:srgbClr val="000000"/>
                </a:solidFill>
                <a:latin typeface="Arial"/>
                <a:ea typeface="Calibri"/>
                <a:cs typeface="Arial"/>
              </a:rPr>
              <a:t> Field: </a:t>
            </a:r>
            <a:r>
              <a:rPr lang="en-PH" sz="3600" b="1">
                <a:solidFill>
                  <a:srgbClr val="000000"/>
                </a:solidFill>
                <a:ea typeface="Calibri"/>
                <a:cs typeface="+mn-lt"/>
              </a:rPr>
              <a:t>Verification process</a:t>
            </a:r>
            <a:endParaRPr lang="en-PH" sz="3600">
              <a:solidFill>
                <a:srgbClr val="000000"/>
              </a:solidFill>
              <a:ea typeface="+mn-lt"/>
              <a:cs typeface="+mn-lt"/>
            </a:endParaRPr>
          </a:p>
          <a:p>
            <a:r>
              <a:rPr lang="en-PH" sz="3600">
                <a:solidFill>
                  <a:srgbClr val="000000"/>
                </a:solidFill>
                <a:ea typeface="Calibri"/>
                <a:cs typeface="+mn-lt"/>
              </a:rPr>
              <a:t> </a:t>
            </a:r>
            <a:r>
              <a:rPr lang="en-PH" sz="3600">
                <a:solidFill>
                  <a:srgbClr val="000000"/>
                </a:solidFill>
                <a:latin typeface="Arial"/>
                <a:ea typeface="Calibri"/>
                <a:cs typeface="Arial"/>
              </a:rPr>
              <a:t> Logic: Automatic token-based verification</a:t>
            </a:r>
          </a:p>
          <a:p>
            <a:r>
              <a:rPr lang="en-PH" sz="3600">
                <a:solidFill>
                  <a:srgbClr val="000000"/>
                </a:solidFill>
                <a:latin typeface="Arial"/>
                <a:ea typeface="Calibri"/>
                <a:cs typeface="Arial"/>
              </a:rPr>
              <a:t>    Action: Page load with token parameter</a:t>
            </a:r>
          </a:p>
          <a:p>
            <a:r>
              <a:rPr lang="en-PH" sz="3600">
                <a:solidFill>
                  <a:srgbClr val="000000"/>
                </a:solidFill>
                <a:latin typeface="Arial"/>
                <a:ea typeface="Calibri"/>
                <a:cs typeface="Arial"/>
              </a:rPr>
              <a:t>     Action Logic: Extract token from URL query string</a:t>
            </a:r>
          </a:p>
          <a:p>
            <a:r>
              <a:rPr lang="en-PH" sz="3600">
                <a:ea typeface="+mn-lt"/>
                <a:cs typeface="+mn-lt"/>
              </a:rPr>
              <a:t>    Validate token parameter exists</a:t>
            </a:r>
            <a:endParaRPr lang="en-PH" sz="3600"/>
          </a:p>
          <a:p>
            <a:r>
              <a:rPr lang="en-PH" sz="3600">
                <a:ea typeface="+mn-lt"/>
                <a:cs typeface="+mn-lt"/>
              </a:rPr>
              <a:t>    Find member by token via </a:t>
            </a:r>
            <a:r>
              <a:rPr lang="en-PH" sz="3600" err="1">
                <a:ea typeface="+mn-lt"/>
                <a:cs typeface="+mn-lt"/>
              </a:rPr>
              <a:t>IMemberService.GetMemberByVerificationToken</a:t>
            </a:r>
            <a:r>
              <a:rPr lang="en-PH" sz="3600">
                <a:ea typeface="+mn-lt"/>
                <a:cs typeface="+mn-lt"/>
              </a:rPr>
              <a:t>(token)</a:t>
            </a:r>
            <a:endParaRPr lang="en-PH" sz="3600"/>
          </a:p>
          <a:p>
            <a:r>
              <a:rPr lang="en-PH" sz="3600">
                <a:ea typeface="+mn-lt"/>
                <a:cs typeface="+mn-lt"/>
              </a:rPr>
              <a:t>    Check token not expired (compare with current time)</a:t>
            </a:r>
            <a:endParaRPr lang="en-PH" sz="3600"/>
          </a:p>
          <a:p>
            <a:r>
              <a:rPr lang="en-PH" sz="3600">
                <a:ea typeface="+mn-lt"/>
                <a:cs typeface="+mn-lt"/>
              </a:rPr>
              <a:t>    Check not already verified</a:t>
            </a:r>
            <a:endParaRPr lang="en-PH" sz="3600"/>
          </a:p>
          <a:p>
            <a:r>
              <a:rPr lang="en-PH" sz="3600">
                <a:ea typeface="+mn-lt"/>
                <a:cs typeface="+mn-lt"/>
              </a:rPr>
              <a:t>    If valid: Set </a:t>
            </a:r>
            <a:r>
              <a:rPr lang="en-PH" sz="3600" err="1">
                <a:ea typeface="+mn-lt"/>
                <a:cs typeface="+mn-lt"/>
              </a:rPr>
              <a:t>EmailVerified</a:t>
            </a:r>
            <a:r>
              <a:rPr lang="en-PH" sz="3600">
                <a:ea typeface="+mn-lt"/>
                <a:cs typeface="+mn-lt"/>
              </a:rPr>
              <a:t>=true; Clear token, code, and expiry; Update member; Show success card</a:t>
            </a:r>
            <a:endParaRPr lang="en-PH" sz="3600"/>
          </a:p>
          <a:p>
            <a:r>
              <a:rPr lang="en-PH" sz="3600">
                <a:ea typeface="+mn-lt"/>
                <a:cs typeface="+mn-lt"/>
              </a:rPr>
              <a:t>    If invalid/expired: Show error card with appropriate message</a:t>
            </a:r>
            <a:endParaRPr lang="en-PH" sz="3600"/>
          </a:p>
        </p:txBody>
      </p:sp>
      <p:sp>
        <p:nvSpPr>
          <p:cNvPr id="6" name="Text Placeholder 5">
            <a:extLst>
              <a:ext uri="{FF2B5EF4-FFF2-40B4-BE49-F238E27FC236}">
                <a16:creationId xmlns:a16="http://schemas.microsoft.com/office/drawing/2014/main" id="{40D8736E-0D30-478C-FCDE-0B78DFEEA949}"/>
              </a:ext>
            </a:extLst>
          </p:cNvPr>
          <p:cNvSpPr>
            <a:spLocks noGrp="1"/>
          </p:cNvSpPr>
          <p:nvPr>
            <p:ph type="body" sz="quarter" idx="13"/>
          </p:nvPr>
        </p:nvSpPr>
        <p:spPr/>
        <p:txBody>
          <a:bodyPr/>
          <a:lstStyle/>
          <a:p>
            <a:r>
              <a:rPr lang="en-PH">
                <a:latin typeface="Impact"/>
              </a:rPr>
              <a:t>2.3 </a:t>
            </a:r>
            <a:r>
              <a:rPr lang="en-PH" i="1">
                <a:latin typeface="Impact"/>
              </a:rPr>
              <a:t>Authentication - Verification Page Logic</a:t>
            </a:r>
            <a:endParaRPr lang="en-US"/>
          </a:p>
        </p:txBody>
      </p:sp>
    </p:spTree>
    <p:extLst>
      <p:ext uri="{BB962C8B-B14F-4D97-AF65-F5344CB8AC3E}">
        <p14:creationId xmlns:p14="http://schemas.microsoft.com/office/powerpoint/2010/main" val="25521023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F5263-8114-B981-3935-B5F3AAF8CF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3CAF1B-D0D5-6377-5440-AC9D3077269E}"/>
              </a:ext>
            </a:extLst>
          </p:cNvPr>
          <p:cNvSpPr txBox="1"/>
          <p:nvPr/>
        </p:nvSpPr>
        <p:spPr>
          <a:xfrm>
            <a:off x="540786" y="2161327"/>
            <a:ext cx="24163662" cy="99719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800" b="1" i="1">
                <a:latin typeface="DejaVu Sans"/>
                <a:ea typeface="Calibri"/>
                <a:cs typeface="Calibri"/>
              </a:rPr>
              <a:t>Account/</a:t>
            </a:r>
            <a:r>
              <a:rPr lang="en-PH" sz="4800" b="1" i="1" err="1">
                <a:solidFill>
                  <a:srgbClr val="000000"/>
                </a:solidFill>
                <a:latin typeface="DejaVu Sans"/>
                <a:ea typeface="Calibri"/>
                <a:cs typeface="Calibri"/>
              </a:rPr>
              <a:t>VerifyEmail</a:t>
            </a:r>
            <a:r>
              <a:rPr lang="en-PH" sz="4800" b="1" i="1">
                <a:solidFill>
                  <a:srgbClr val="000000"/>
                </a:solidFill>
                <a:latin typeface="DejaVu Sans"/>
                <a:ea typeface="Calibri"/>
                <a:cs typeface="Calibri"/>
              </a:rPr>
              <a:t> — Link Verification</a:t>
            </a:r>
            <a:endParaRPr lang="en-PH" sz="4800">
              <a:solidFill>
                <a:srgbClr val="000000"/>
              </a:solidFill>
              <a:latin typeface="Arial"/>
              <a:ea typeface="Calibri"/>
              <a:cs typeface="Arial"/>
            </a:endParaRPr>
          </a:p>
          <a:p>
            <a:r>
              <a:rPr lang="en-PH" sz="4800">
                <a:solidFill>
                  <a:srgbClr val="000000"/>
                </a:solidFill>
                <a:latin typeface="Arial"/>
                <a:ea typeface="Calibri"/>
                <a:cs typeface="Arial"/>
              </a:rPr>
              <a:t> </a:t>
            </a:r>
            <a:r>
              <a:rPr lang="en-PH" sz="4800" b="1">
                <a:solidFill>
                  <a:srgbClr val="000000"/>
                </a:solidFill>
                <a:latin typeface="Arial"/>
                <a:ea typeface="Calibri"/>
                <a:cs typeface="Arial"/>
              </a:rPr>
              <a:t>Field: </a:t>
            </a:r>
            <a:r>
              <a:rPr lang="en-PH" sz="4800" b="1">
                <a:solidFill>
                  <a:srgbClr val="000000"/>
                </a:solidFill>
                <a:ea typeface="Calibri"/>
                <a:cs typeface="+mn-lt"/>
              </a:rPr>
              <a:t>Success card</a:t>
            </a:r>
            <a:endParaRPr lang="en-PH" sz="4800" b="1"/>
          </a:p>
          <a:p>
            <a:r>
              <a:rPr lang="en-PH" sz="4800">
                <a:solidFill>
                  <a:srgbClr val="000000"/>
                </a:solidFill>
                <a:latin typeface="Arial"/>
                <a:ea typeface="Calibri"/>
                <a:cs typeface="Arial"/>
              </a:rPr>
              <a:t>  Logic: Display verification success</a:t>
            </a:r>
          </a:p>
          <a:p>
            <a:r>
              <a:rPr lang="en-PH" sz="4800">
                <a:solidFill>
                  <a:srgbClr val="000000"/>
                </a:solidFill>
                <a:latin typeface="Arial"/>
                <a:ea typeface="Calibri"/>
                <a:cs typeface="Arial"/>
              </a:rPr>
              <a:t>    Display: Green checkmark icon; Success message</a:t>
            </a:r>
          </a:p>
          <a:p>
            <a:r>
              <a:rPr lang="en-PH" sz="4800">
                <a:solidFill>
                  <a:srgbClr val="000000"/>
                </a:solidFill>
                <a:latin typeface="Arial"/>
                <a:ea typeface="Calibri"/>
                <a:cs typeface="Arial"/>
              </a:rPr>
              <a:t>    Action: Click "Go to Login"</a:t>
            </a:r>
          </a:p>
          <a:p>
            <a:r>
              <a:rPr lang="en-PH" sz="4800">
                <a:ea typeface="Calibri"/>
                <a:cs typeface="Arial"/>
              </a:rPr>
              <a:t>   Action Logic: Redirect to /Account/Login</a:t>
            </a:r>
          </a:p>
          <a:p>
            <a:endParaRPr lang="en-PH">
              <a:ea typeface="Calibri"/>
              <a:cs typeface="Arial"/>
            </a:endParaRPr>
          </a:p>
          <a:p>
            <a:r>
              <a:rPr lang="en-PH" sz="4800" b="1">
                <a:solidFill>
                  <a:srgbClr val="000000"/>
                </a:solidFill>
                <a:latin typeface="Arial"/>
                <a:ea typeface="Calibri"/>
                <a:cs typeface="Arial"/>
              </a:rPr>
              <a:t> Field: </a:t>
            </a:r>
            <a:r>
              <a:rPr lang="en-PH" sz="4800" b="1">
                <a:solidFill>
                  <a:srgbClr val="000000"/>
                </a:solidFill>
                <a:ea typeface="Calibri"/>
                <a:cs typeface="+mn-lt"/>
              </a:rPr>
              <a:t>Error card</a:t>
            </a:r>
            <a:endParaRPr lang="en-PH" sz="4800">
              <a:solidFill>
                <a:srgbClr val="000000"/>
              </a:solidFill>
              <a:ea typeface="+mn-lt"/>
              <a:cs typeface="+mn-lt"/>
            </a:endParaRPr>
          </a:p>
          <a:p>
            <a:r>
              <a:rPr lang="en-PH" sz="4800">
                <a:solidFill>
                  <a:srgbClr val="000000"/>
                </a:solidFill>
                <a:ea typeface="Calibri"/>
                <a:cs typeface="+mn-lt"/>
              </a:rPr>
              <a:t> </a:t>
            </a:r>
            <a:r>
              <a:rPr lang="en-PH" sz="4800">
                <a:solidFill>
                  <a:srgbClr val="000000"/>
                </a:solidFill>
                <a:latin typeface="Arial"/>
                <a:ea typeface="Calibri"/>
                <a:cs typeface="Arial"/>
              </a:rPr>
              <a:t> Logic: Display verification failure</a:t>
            </a:r>
          </a:p>
          <a:p>
            <a:r>
              <a:rPr lang="en-PH" sz="4800">
                <a:solidFill>
                  <a:srgbClr val="000000"/>
                </a:solidFill>
                <a:latin typeface="Arial"/>
                <a:ea typeface="Calibri"/>
                <a:cs typeface="Arial"/>
              </a:rPr>
              <a:t>    Display: Red X icon; Error message (expired/invalid/already verified)</a:t>
            </a:r>
          </a:p>
          <a:p>
            <a:r>
              <a:rPr lang="en-PH" sz="4800">
                <a:solidFill>
                  <a:srgbClr val="000000"/>
                </a:solidFill>
                <a:latin typeface="Arial"/>
                <a:ea typeface="Calibri"/>
                <a:cs typeface="Arial"/>
              </a:rPr>
              <a:t>    Action: Click "Register Again"</a:t>
            </a:r>
          </a:p>
          <a:p>
            <a:r>
              <a:rPr lang="en-PH" sz="4800">
                <a:solidFill>
                  <a:srgbClr val="000000"/>
                </a:solidFill>
                <a:latin typeface="Arial"/>
                <a:ea typeface="Calibri"/>
                <a:cs typeface="Arial"/>
              </a:rPr>
              <a:t>     Action Logic: Redirect to /Account/Register</a:t>
            </a:r>
          </a:p>
          <a:p>
            <a:r>
              <a:rPr lang="en-PH" sz="4800">
                <a:ea typeface="+mn-lt"/>
                <a:cs typeface="+mn-lt"/>
              </a:rPr>
              <a:t>    Action: Click "Try to Login"</a:t>
            </a:r>
            <a:endParaRPr lang="en-PH"/>
          </a:p>
          <a:p>
            <a:r>
              <a:rPr lang="en-PH" sz="4800">
                <a:ea typeface="+mn-lt"/>
                <a:cs typeface="+mn-lt"/>
              </a:rPr>
              <a:t>   Action Logic: Redirect to /Account/Login</a:t>
            </a:r>
            <a:endParaRPr lang="en-PH"/>
          </a:p>
        </p:txBody>
      </p:sp>
      <p:sp>
        <p:nvSpPr>
          <p:cNvPr id="6" name="Text Placeholder 5">
            <a:extLst>
              <a:ext uri="{FF2B5EF4-FFF2-40B4-BE49-F238E27FC236}">
                <a16:creationId xmlns:a16="http://schemas.microsoft.com/office/drawing/2014/main" id="{23F590ED-ECF9-2E16-BDF0-9D0A84067A10}"/>
              </a:ext>
            </a:extLst>
          </p:cNvPr>
          <p:cNvSpPr>
            <a:spLocks noGrp="1"/>
          </p:cNvSpPr>
          <p:nvPr>
            <p:ph type="body" sz="quarter" idx="13"/>
          </p:nvPr>
        </p:nvSpPr>
        <p:spPr/>
        <p:txBody>
          <a:bodyPr/>
          <a:lstStyle/>
          <a:p>
            <a:r>
              <a:rPr lang="en-PH">
                <a:latin typeface="Impact"/>
              </a:rPr>
              <a:t>2.3 </a:t>
            </a:r>
            <a:r>
              <a:rPr lang="en-PH" i="1">
                <a:latin typeface="Impact"/>
              </a:rPr>
              <a:t>Authentication - Verification Page Logic</a:t>
            </a:r>
            <a:endParaRPr lang="en-US"/>
          </a:p>
        </p:txBody>
      </p:sp>
    </p:spTree>
    <p:extLst>
      <p:ext uri="{BB962C8B-B14F-4D97-AF65-F5344CB8AC3E}">
        <p14:creationId xmlns:p14="http://schemas.microsoft.com/office/powerpoint/2010/main" val="647163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49F0-9DCD-7BE8-F0A0-37385E82386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1BBC4D5F-167A-45DC-90E1-18E0C86ADBB0}"/>
              </a:ext>
            </a:extLst>
          </p:cNvPr>
          <p:cNvSpPr>
            <a:spLocks noGrp="1"/>
          </p:cNvSpPr>
          <p:nvPr>
            <p:ph type="body" sz="quarter" idx="13"/>
          </p:nvPr>
        </p:nvSpPr>
        <p:spPr/>
        <p:txBody>
          <a:bodyPr/>
          <a:lstStyle/>
          <a:p>
            <a:r>
              <a:rPr lang="en-PH">
                <a:latin typeface="Impact"/>
              </a:rPr>
              <a:t>2.4 Authentication – Forgot Password Page</a:t>
            </a:r>
            <a:endParaRPr lang="en-PH"/>
          </a:p>
        </p:txBody>
      </p:sp>
      <p:pic>
        <p:nvPicPr>
          <p:cNvPr id="3" name="Picture 2">
            <a:extLst>
              <a:ext uri="{FF2B5EF4-FFF2-40B4-BE49-F238E27FC236}">
                <a16:creationId xmlns:a16="http://schemas.microsoft.com/office/drawing/2014/main" id="{B6366AD8-03EE-D1AA-C2CC-089B6D9041FA}"/>
              </a:ext>
            </a:extLst>
          </p:cNvPr>
          <p:cNvPicPr>
            <a:picLocks noChangeAspect="1"/>
          </p:cNvPicPr>
          <p:nvPr/>
        </p:nvPicPr>
        <p:blipFill>
          <a:blip r:embed="rId2"/>
          <a:stretch>
            <a:fillRect/>
          </a:stretch>
        </p:blipFill>
        <p:spPr>
          <a:xfrm>
            <a:off x="2646915" y="2285172"/>
            <a:ext cx="17887950" cy="9105900"/>
          </a:xfrm>
          <a:prstGeom prst="rect">
            <a:avLst/>
          </a:prstGeom>
        </p:spPr>
      </p:pic>
    </p:spTree>
    <p:extLst>
      <p:ext uri="{BB962C8B-B14F-4D97-AF65-F5344CB8AC3E}">
        <p14:creationId xmlns:p14="http://schemas.microsoft.com/office/powerpoint/2010/main" val="2625735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3DF3B-6563-928B-8A4C-026C00FA55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0818D0-37E5-6993-2B7C-27707FDC0F7C}"/>
              </a:ext>
            </a:extLst>
          </p:cNvPr>
          <p:cNvSpPr txBox="1"/>
          <p:nvPr/>
        </p:nvSpPr>
        <p:spPr>
          <a:xfrm>
            <a:off x="540786" y="2161327"/>
            <a:ext cx="24163662" cy="108029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DejaVu Sans"/>
                <a:ea typeface="Calibri"/>
                <a:cs typeface="Calibri"/>
              </a:rPr>
              <a:t>Account/</a:t>
            </a:r>
            <a:r>
              <a:rPr lang="en-PH" sz="3600" b="1" i="1" err="1">
                <a:solidFill>
                  <a:srgbClr val="000000"/>
                </a:solidFill>
                <a:latin typeface="DejaVu Sans"/>
                <a:ea typeface="Calibri"/>
                <a:cs typeface="Calibri"/>
              </a:rPr>
              <a:t>ForgotPassword</a:t>
            </a:r>
            <a:r>
              <a:rPr lang="en-PH" sz="3600" b="1" i="1">
                <a:solidFill>
                  <a:srgbClr val="000000"/>
                </a:solidFill>
                <a:latin typeface="DejaVu Sans"/>
                <a:ea typeface="Calibri"/>
                <a:cs typeface="Calibri"/>
              </a:rPr>
              <a:t> — Password Reset Request</a:t>
            </a:r>
            <a:endParaRPr lang="en-PH" sz="3600">
              <a:solidFill>
                <a:srgbClr val="000000"/>
              </a:solidFill>
              <a:latin typeface="Arial"/>
              <a:ea typeface="Calibri"/>
              <a:cs typeface="Arial"/>
            </a:endParaRPr>
          </a:p>
          <a:p>
            <a:r>
              <a:rPr lang="en-PH" sz="3600">
                <a:solidFill>
                  <a:srgbClr val="000000"/>
                </a:solidFill>
                <a:latin typeface="Arial"/>
                <a:ea typeface="Calibri"/>
                <a:cs typeface="Arial"/>
              </a:rPr>
              <a:t> </a:t>
            </a:r>
            <a:r>
              <a:rPr lang="en-PH" sz="3600" b="1">
                <a:solidFill>
                  <a:srgbClr val="000000"/>
                </a:solidFill>
                <a:latin typeface="Arial"/>
                <a:ea typeface="Calibri"/>
                <a:cs typeface="Arial"/>
              </a:rPr>
              <a:t>Field: </a:t>
            </a:r>
            <a:r>
              <a:rPr lang="en-PH" sz="3600" b="1">
                <a:solidFill>
                  <a:srgbClr val="000000"/>
                </a:solidFill>
                <a:ea typeface="Calibri"/>
                <a:cs typeface="+mn-lt"/>
              </a:rPr>
              <a:t>Email input</a:t>
            </a:r>
            <a:endParaRPr lang="en-PH" sz="3600" b="1"/>
          </a:p>
          <a:p>
            <a:r>
              <a:rPr lang="en-PH" sz="3600">
                <a:solidFill>
                  <a:srgbClr val="000000"/>
                </a:solidFill>
                <a:latin typeface="Arial"/>
                <a:ea typeface="Calibri"/>
                <a:cs typeface="Arial"/>
              </a:rPr>
              <a:t>  Logic: Required field for password reset</a:t>
            </a:r>
          </a:p>
          <a:p>
            <a:r>
              <a:rPr lang="en-PH" sz="3600">
                <a:solidFill>
                  <a:srgbClr val="000000"/>
                </a:solidFill>
                <a:latin typeface="Arial"/>
                <a:ea typeface="Calibri"/>
                <a:cs typeface="Arial"/>
              </a:rPr>
              <a:t>    Validation: Valid email format</a:t>
            </a:r>
          </a:p>
          <a:p>
            <a:endParaRPr lang="en-PH" sz="1200">
              <a:ea typeface="Calibri"/>
              <a:cs typeface="Arial"/>
            </a:endParaRPr>
          </a:p>
          <a:p>
            <a:r>
              <a:rPr lang="en-PH" sz="3600" b="1">
                <a:solidFill>
                  <a:srgbClr val="000000"/>
                </a:solidFill>
                <a:latin typeface="Arial"/>
                <a:ea typeface="Calibri"/>
                <a:cs typeface="Arial"/>
              </a:rPr>
              <a:t> Field: </a:t>
            </a:r>
            <a:r>
              <a:rPr lang="en-PH" sz="3600" b="1">
                <a:solidFill>
                  <a:srgbClr val="000000"/>
                </a:solidFill>
                <a:ea typeface="Calibri"/>
                <a:cs typeface="+mn-lt"/>
              </a:rPr>
              <a:t>Send Reset Link button</a:t>
            </a:r>
            <a:endParaRPr lang="en-PH" sz="3600">
              <a:solidFill>
                <a:srgbClr val="000000"/>
              </a:solidFill>
              <a:ea typeface="+mn-lt"/>
              <a:cs typeface="+mn-lt"/>
            </a:endParaRPr>
          </a:p>
          <a:p>
            <a:r>
              <a:rPr lang="en-PH" sz="3600">
                <a:solidFill>
                  <a:srgbClr val="000000"/>
                </a:solidFill>
                <a:ea typeface="Calibri"/>
                <a:cs typeface="+mn-lt"/>
              </a:rPr>
              <a:t> </a:t>
            </a:r>
            <a:r>
              <a:rPr lang="en-PH" sz="3600">
                <a:solidFill>
                  <a:srgbClr val="000000"/>
                </a:solidFill>
                <a:latin typeface="Arial"/>
                <a:ea typeface="Calibri"/>
                <a:cs typeface="Arial"/>
              </a:rPr>
              <a:t> Logic: Generate and email reset token</a:t>
            </a:r>
          </a:p>
          <a:p>
            <a:r>
              <a:rPr lang="en-PH" sz="3600">
                <a:solidFill>
                  <a:srgbClr val="000000"/>
                </a:solidFill>
                <a:latin typeface="Arial"/>
                <a:ea typeface="Calibri"/>
                <a:cs typeface="Arial"/>
              </a:rPr>
              <a:t>    Action: Click "Send Reset Link"</a:t>
            </a:r>
          </a:p>
          <a:p>
            <a:r>
              <a:rPr lang="en-PH" sz="3600">
                <a:solidFill>
                  <a:srgbClr val="000000"/>
                </a:solidFill>
                <a:latin typeface="Arial"/>
                <a:ea typeface="Calibri"/>
                <a:cs typeface="Arial"/>
              </a:rPr>
              <a:t>     Action Logic: Submit form</a:t>
            </a:r>
          </a:p>
          <a:p>
            <a:r>
              <a:rPr lang="en-PH" sz="3600">
                <a:ea typeface="+mn-lt"/>
                <a:cs typeface="+mn-lt"/>
              </a:rPr>
              <a:t>    Validate email format</a:t>
            </a:r>
          </a:p>
          <a:p>
            <a:r>
              <a:rPr lang="en-PH" sz="3600">
                <a:ea typeface="+mn-lt"/>
                <a:cs typeface="+mn-lt"/>
              </a:rPr>
              <a:t>    Generate password reset token via </a:t>
            </a:r>
            <a:r>
              <a:rPr lang="en-PH" sz="3600" err="1">
                <a:ea typeface="+mn-lt"/>
                <a:cs typeface="+mn-lt"/>
              </a:rPr>
              <a:t>IMemberService.GeneratePasswordResetToken</a:t>
            </a:r>
            <a:r>
              <a:rPr lang="en-PH" sz="3600">
                <a:ea typeface="+mn-lt"/>
                <a:cs typeface="+mn-lt"/>
              </a:rPr>
              <a:t>(email)</a:t>
            </a:r>
            <a:endParaRPr lang="en-PH"/>
          </a:p>
          <a:p>
            <a:r>
              <a:rPr lang="en-PH" sz="3600">
                <a:ea typeface="+mn-lt"/>
                <a:cs typeface="+mn-lt"/>
              </a:rPr>
              <a:t>    Build reset URL with token: {</a:t>
            </a:r>
            <a:r>
              <a:rPr lang="en-PH" sz="3600" err="1">
                <a:ea typeface="+mn-lt"/>
                <a:cs typeface="+mn-lt"/>
              </a:rPr>
              <a:t>ApplicationUrl</a:t>
            </a:r>
            <a:r>
              <a:rPr lang="en-PH" sz="3600">
                <a:ea typeface="+mn-lt"/>
                <a:cs typeface="+mn-lt"/>
              </a:rPr>
              <a:t>}/Account/</a:t>
            </a:r>
            <a:r>
              <a:rPr lang="en-PH" sz="3600" err="1">
                <a:ea typeface="+mn-lt"/>
                <a:cs typeface="+mn-lt"/>
              </a:rPr>
              <a:t>ResetPassword?token</a:t>
            </a:r>
            <a:r>
              <a:rPr lang="en-PH" sz="3600">
                <a:ea typeface="+mn-lt"/>
                <a:cs typeface="+mn-lt"/>
              </a:rPr>
              <a:t>={token}</a:t>
            </a:r>
            <a:endParaRPr lang="en-PH"/>
          </a:p>
          <a:p>
            <a:r>
              <a:rPr lang="en-PH" sz="3600">
                <a:ea typeface="+mn-lt"/>
                <a:cs typeface="+mn-lt"/>
              </a:rPr>
              <a:t>    Get member info by email</a:t>
            </a:r>
            <a:endParaRPr lang="en-PH"/>
          </a:p>
          <a:p>
            <a:r>
              <a:rPr lang="en-PH" sz="3600">
                <a:ea typeface="+mn-lt"/>
                <a:cs typeface="+mn-lt"/>
              </a:rPr>
              <a:t>    Send reset email via </a:t>
            </a:r>
            <a:r>
              <a:rPr lang="en-PH" sz="3600" err="1">
                <a:ea typeface="+mn-lt"/>
                <a:cs typeface="+mn-lt"/>
              </a:rPr>
              <a:t>IEmailService.SendPasswordResetEmailAsync</a:t>
            </a:r>
            <a:r>
              <a:rPr lang="en-PH" sz="3600">
                <a:ea typeface="+mn-lt"/>
                <a:cs typeface="+mn-lt"/>
              </a:rPr>
              <a:t>()</a:t>
            </a:r>
            <a:endParaRPr lang="en-PH"/>
          </a:p>
          <a:p>
            <a:r>
              <a:rPr lang="en-PH" sz="3600">
                <a:ea typeface="+mn-lt"/>
                <a:cs typeface="+mn-lt"/>
              </a:rPr>
              <a:t>    In development mode: Display reset link in success message</a:t>
            </a:r>
            <a:endParaRPr lang="en-PH"/>
          </a:p>
          <a:p>
            <a:r>
              <a:rPr lang="en-PH" sz="3600">
                <a:ea typeface="+mn-lt"/>
                <a:cs typeface="+mn-lt"/>
              </a:rPr>
              <a:t>    Show generic success message (security: don't reveal if email exists)</a:t>
            </a:r>
            <a:endParaRPr lang="en-PH"/>
          </a:p>
          <a:p>
            <a:r>
              <a:rPr lang="en-PH" sz="3600" b="1">
                <a:ea typeface="Calibri"/>
                <a:cs typeface="+mn-lt"/>
              </a:rPr>
              <a:t> Field: Sign In link</a:t>
            </a:r>
          </a:p>
          <a:p>
            <a:r>
              <a:rPr lang="en-PH" sz="3600">
                <a:ea typeface="Calibri"/>
                <a:cs typeface="+mn-lt"/>
              </a:rPr>
              <a:t>  Logic: Navigate to login</a:t>
            </a:r>
            <a:endParaRPr lang="en-US" sz="3600">
              <a:ea typeface="Calibri"/>
              <a:cs typeface="Arial"/>
            </a:endParaRPr>
          </a:p>
          <a:p>
            <a:r>
              <a:rPr lang="en-PH" sz="3600">
                <a:ea typeface="Calibri"/>
                <a:cs typeface="+mn-lt"/>
              </a:rPr>
              <a:t>   Action: Click "Sign In"</a:t>
            </a:r>
            <a:endParaRPr lang="en-PH"/>
          </a:p>
          <a:p>
            <a:r>
              <a:rPr lang="en-PH" sz="3600">
                <a:ea typeface="+mn-lt"/>
                <a:cs typeface="+mn-lt"/>
              </a:rPr>
              <a:t>   Action Logic: Redirect to /Account/Login</a:t>
            </a:r>
            <a:endParaRPr lang="en-PH" sz="3600"/>
          </a:p>
        </p:txBody>
      </p:sp>
      <p:sp>
        <p:nvSpPr>
          <p:cNvPr id="6" name="Text Placeholder 5">
            <a:extLst>
              <a:ext uri="{FF2B5EF4-FFF2-40B4-BE49-F238E27FC236}">
                <a16:creationId xmlns:a16="http://schemas.microsoft.com/office/drawing/2014/main" id="{C8B0D7FE-193A-E56C-5F1A-DCBD6AC741D2}"/>
              </a:ext>
            </a:extLst>
          </p:cNvPr>
          <p:cNvSpPr>
            <a:spLocks noGrp="1"/>
          </p:cNvSpPr>
          <p:nvPr>
            <p:ph type="body" sz="quarter" idx="13"/>
          </p:nvPr>
        </p:nvSpPr>
        <p:spPr/>
        <p:txBody>
          <a:bodyPr/>
          <a:lstStyle/>
          <a:p>
            <a:r>
              <a:rPr lang="en-PH">
                <a:latin typeface="Impact"/>
              </a:rPr>
              <a:t>2.4 </a:t>
            </a:r>
            <a:r>
              <a:rPr lang="en-PH" i="1">
                <a:latin typeface="Impact"/>
              </a:rPr>
              <a:t>Authentication – Forgot Password Page Logic</a:t>
            </a:r>
            <a:endParaRPr lang="en-PH" i="1"/>
          </a:p>
        </p:txBody>
      </p:sp>
    </p:spTree>
    <p:extLst>
      <p:ext uri="{BB962C8B-B14F-4D97-AF65-F5344CB8AC3E}">
        <p14:creationId xmlns:p14="http://schemas.microsoft.com/office/powerpoint/2010/main" val="24839422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4E982-7836-EF16-47E6-251C08D356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3D46CF-E9FF-8AE5-EDA1-F6A9126EC4D3}"/>
              </a:ext>
            </a:extLst>
          </p:cNvPr>
          <p:cNvSpPr txBox="1"/>
          <p:nvPr/>
        </p:nvSpPr>
        <p:spPr>
          <a:xfrm>
            <a:off x="540786" y="2161327"/>
            <a:ext cx="24163662"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800" b="1" i="1">
                <a:latin typeface="DejaVu Sans"/>
                <a:ea typeface="Calibri"/>
                <a:cs typeface="Calibri"/>
              </a:rPr>
              <a:t>Account/</a:t>
            </a:r>
            <a:r>
              <a:rPr lang="en-PH" sz="4800" b="1" i="1">
                <a:solidFill>
                  <a:srgbClr val="000000"/>
                </a:solidFill>
                <a:latin typeface="DejaVu Sans"/>
                <a:ea typeface="Calibri"/>
                <a:cs typeface="Calibri"/>
              </a:rPr>
              <a:t>Logout - Logout Process</a:t>
            </a:r>
          </a:p>
          <a:p>
            <a:r>
              <a:rPr lang="en-PH" sz="4800">
                <a:solidFill>
                  <a:srgbClr val="000000"/>
                </a:solidFill>
                <a:latin typeface="Arial"/>
                <a:ea typeface="Calibri"/>
                <a:cs typeface="Arial"/>
              </a:rPr>
              <a:t>  Logic: Automatic session termination</a:t>
            </a:r>
          </a:p>
          <a:p>
            <a:r>
              <a:rPr lang="en-PH" sz="4800">
                <a:solidFill>
                  <a:srgbClr val="000000"/>
                </a:solidFill>
                <a:latin typeface="Arial"/>
                <a:ea typeface="Calibri"/>
                <a:cs typeface="Arial"/>
              </a:rPr>
              <a:t>    Action: Page access</a:t>
            </a:r>
          </a:p>
          <a:p>
            <a:r>
              <a:rPr lang="en-PH" sz="4800">
                <a:solidFill>
                  <a:srgbClr val="000000"/>
                </a:solidFill>
                <a:latin typeface="Arial"/>
                <a:ea typeface="Calibri"/>
                <a:cs typeface="Arial"/>
              </a:rPr>
              <a:t>  </a:t>
            </a:r>
            <a:r>
              <a:rPr lang="en-PH" sz="4800">
                <a:ea typeface="Calibri"/>
                <a:cs typeface="Arial"/>
              </a:rPr>
              <a:t> Action Logic: Clear all session data (</a:t>
            </a:r>
            <a:r>
              <a:rPr lang="en-PH" sz="4800" err="1">
                <a:ea typeface="Calibri"/>
                <a:cs typeface="Arial"/>
              </a:rPr>
              <a:t>MemberId</a:t>
            </a:r>
            <a:r>
              <a:rPr lang="en-PH" sz="4800">
                <a:ea typeface="Calibri"/>
                <a:cs typeface="Arial"/>
              </a:rPr>
              <a:t>, </a:t>
            </a:r>
            <a:r>
              <a:rPr lang="en-PH" sz="4800" err="1">
                <a:ea typeface="Calibri"/>
                <a:cs typeface="Arial"/>
              </a:rPr>
              <a:t>MemberName</a:t>
            </a:r>
            <a:r>
              <a:rPr lang="en-PH" sz="4800">
                <a:ea typeface="Calibri"/>
                <a:cs typeface="Arial"/>
              </a:rPr>
              <a:t>, </a:t>
            </a:r>
            <a:r>
              <a:rPr lang="en-PH" sz="4800" err="1">
                <a:ea typeface="Calibri"/>
                <a:cs typeface="Arial"/>
              </a:rPr>
              <a:t>UserRole</a:t>
            </a:r>
            <a:r>
              <a:rPr lang="en-PH" sz="4800">
                <a:ea typeface="Calibri"/>
                <a:cs typeface="Arial"/>
              </a:rPr>
              <a:t>, </a:t>
            </a:r>
            <a:r>
              <a:rPr lang="en-PH" sz="4800" err="1">
                <a:ea typeface="Calibri"/>
                <a:cs typeface="Arial"/>
              </a:rPr>
              <a:t>AdminName</a:t>
            </a:r>
            <a:r>
              <a:rPr lang="en-PH" sz="4800">
                <a:ea typeface="Calibri"/>
                <a:cs typeface="Arial"/>
              </a:rPr>
              <a:t>, </a:t>
            </a:r>
            <a:r>
              <a:rPr lang="en-PH" sz="4800" err="1">
                <a:ea typeface="Calibri"/>
                <a:cs typeface="Arial"/>
              </a:rPr>
              <a:t>AdminEmail</a:t>
            </a:r>
            <a:r>
              <a:rPr lang="en-PH" sz="4800">
                <a:ea typeface="Calibri"/>
                <a:cs typeface="Arial"/>
              </a:rPr>
              <a:t>)</a:t>
            </a:r>
          </a:p>
          <a:p>
            <a:r>
              <a:rPr lang="en-PH" sz="4800">
                <a:ea typeface="+mn-lt"/>
                <a:cs typeface="+mn-lt"/>
              </a:rPr>
              <a:t>   If Admin: Sign out via </a:t>
            </a:r>
            <a:r>
              <a:rPr lang="en-PH" sz="4800" err="1">
                <a:ea typeface="+mn-lt"/>
                <a:cs typeface="+mn-lt"/>
              </a:rPr>
              <a:t>SignInManager</a:t>
            </a:r>
            <a:endParaRPr lang="en-PH" err="1"/>
          </a:p>
          <a:p>
            <a:r>
              <a:rPr lang="en-PH" sz="4800">
                <a:ea typeface="+mn-lt"/>
                <a:cs typeface="+mn-lt"/>
              </a:rPr>
              <a:t>   Redirect to home page (/)</a:t>
            </a:r>
            <a:endParaRPr lang="en-PH"/>
          </a:p>
        </p:txBody>
      </p:sp>
      <p:sp>
        <p:nvSpPr>
          <p:cNvPr id="6" name="Text Placeholder 5">
            <a:extLst>
              <a:ext uri="{FF2B5EF4-FFF2-40B4-BE49-F238E27FC236}">
                <a16:creationId xmlns:a16="http://schemas.microsoft.com/office/drawing/2014/main" id="{FA6F435F-42F8-53DF-D301-A87731E2B6B8}"/>
              </a:ext>
            </a:extLst>
          </p:cNvPr>
          <p:cNvSpPr>
            <a:spLocks noGrp="1"/>
          </p:cNvSpPr>
          <p:nvPr>
            <p:ph type="body" sz="quarter" idx="13"/>
          </p:nvPr>
        </p:nvSpPr>
        <p:spPr/>
        <p:txBody>
          <a:bodyPr/>
          <a:lstStyle/>
          <a:p>
            <a:r>
              <a:rPr lang="en-PH">
                <a:latin typeface="Impact"/>
              </a:rPr>
              <a:t>2.5 </a:t>
            </a:r>
            <a:r>
              <a:rPr lang="en-PH" i="1">
                <a:latin typeface="Impact"/>
              </a:rPr>
              <a:t>Authentication – Logout Logic</a:t>
            </a:r>
            <a:endParaRPr lang="en-PH" i="1"/>
          </a:p>
        </p:txBody>
      </p:sp>
    </p:spTree>
    <p:extLst>
      <p:ext uri="{BB962C8B-B14F-4D97-AF65-F5344CB8AC3E}">
        <p14:creationId xmlns:p14="http://schemas.microsoft.com/office/powerpoint/2010/main" val="4085300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967F8-5189-7F12-4A5D-FECBD607711A}"/>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1DFA151F-E228-1059-4FCC-498CEED1BD67}"/>
              </a:ext>
            </a:extLst>
          </p:cNvPr>
          <p:cNvSpPr>
            <a:spLocks noGrp="1"/>
          </p:cNvSpPr>
          <p:nvPr>
            <p:ph type="body" sz="quarter" idx="13"/>
          </p:nvPr>
        </p:nvSpPr>
        <p:spPr/>
        <p:txBody>
          <a:bodyPr/>
          <a:lstStyle/>
          <a:p>
            <a:r>
              <a:rPr lang="en-PH">
                <a:latin typeface="Impact"/>
              </a:rPr>
              <a:t>3.0 Admin – Dashboard Page</a:t>
            </a:r>
            <a:endParaRPr lang="en-PH">
              <a:solidFill>
                <a:srgbClr val="000000"/>
              </a:solidFill>
              <a:latin typeface="Impact"/>
            </a:endParaRPr>
          </a:p>
        </p:txBody>
      </p:sp>
      <p:pic>
        <p:nvPicPr>
          <p:cNvPr id="4" name="Picture 3">
            <a:extLst>
              <a:ext uri="{FF2B5EF4-FFF2-40B4-BE49-F238E27FC236}">
                <a16:creationId xmlns:a16="http://schemas.microsoft.com/office/drawing/2014/main" id="{ED4C634D-2731-E2DA-8E97-400AD9717B56}"/>
              </a:ext>
            </a:extLst>
          </p:cNvPr>
          <p:cNvPicPr>
            <a:picLocks noChangeAspect="1"/>
          </p:cNvPicPr>
          <p:nvPr/>
        </p:nvPicPr>
        <p:blipFill>
          <a:blip r:embed="rId2"/>
          <a:stretch>
            <a:fillRect/>
          </a:stretch>
        </p:blipFill>
        <p:spPr>
          <a:xfrm>
            <a:off x="713215" y="1485970"/>
            <a:ext cx="22625203" cy="11511249"/>
          </a:xfrm>
          <a:prstGeom prst="rect">
            <a:avLst/>
          </a:prstGeom>
        </p:spPr>
      </p:pic>
    </p:spTree>
    <p:extLst>
      <p:ext uri="{BB962C8B-B14F-4D97-AF65-F5344CB8AC3E}">
        <p14:creationId xmlns:p14="http://schemas.microsoft.com/office/powerpoint/2010/main" val="22175184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B1AD9-39A0-1C8A-5F7A-C5692C8D490D}"/>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FE7DC720-EE2E-77D9-BAF9-0CE09A493E36}"/>
              </a:ext>
            </a:extLst>
          </p:cNvPr>
          <p:cNvSpPr>
            <a:spLocks noGrp="1"/>
          </p:cNvSpPr>
          <p:nvPr>
            <p:ph type="body" sz="quarter" idx="13"/>
          </p:nvPr>
        </p:nvSpPr>
        <p:spPr/>
        <p:txBody>
          <a:bodyPr/>
          <a:lstStyle/>
          <a:p>
            <a:r>
              <a:rPr lang="en-PH">
                <a:latin typeface="Impact"/>
              </a:rPr>
              <a:t>3.0 Admin – Dashboard Page</a:t>
            </a:r>
            <a:endParaRPr lang="en-PH">
              <a:solidFill>
                <a:srgbClr val="000000"/>
              </a:solidFill>
              <a:latin typeface="Impact"/>
            </a:endParaRPr>
          </a:p>
        </p:txBody>
      </p:sp>
      <p:pic>
        <p:nvPicPr>
          <p:cNvPr id="2" name="Picture 1">
            <a:extLst>
              <a:ext uri="{FF2B5EF4-FFF2-40B4-BE49-F238E27FC236}">
                <a16:creationId xmlns:a16="http://schemas.microsoft.com/office/drawing/2014/main" id="{6C18BF77-F44E-1988-6410-D751708F670D}"/>
              </a:ext>
            </a:extLst>
          </p:cNvPr>
          <p:cNvPicPr>
            <a:picLocks noChangeAspect="1"/>
          </p:cNvPicPr>
          <p:nvPr/>
        </p:nvPicPr>
        <p:blipFill>
          <a:blip r:embed="rId2"/>
          <a:stretch>
            <a:fillRect/>
          </a:stretch>
        </p:blipFill>
        <p:spPr>
          <a:xfrm>
            <a:off x="767820" y="1613382"/>
            <a:ext cx="22202889" cy="11364357"/>
          </a:xfrm>
          <a:prstGeom prst="rect">
            <a:avLst/>
          </a:prstGeom>
        </p:spPr>
      </p:pic>
    </p:spTree>
    <p:extLst>
      <p:ext uri="{BB962C8B-B14F-4D97-AF65-F5344CB8AC3E}">
        <p14:creationId xmlns:p14="http://schemas.microsoft.com/office/powerpoint/2010/main" val="41962186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280D3-8D78-C87D-0AA6-7664E2CB00A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807CB357-0480-3A21-5F99-840FFF551BA0}"/>
              </a:ext>
            </a:extLst>
          </p:cNvPr>
          <p:cNvSpPr>
            <a:spLocks noGrp="1"/>
          </p:cNvSpPr>
          <p:nvPr>
            <p:ph type="body" sz="quarter" idx="13"/>
          </p:nvPr>
        </p:nvSpPr>
        <p:spPr/>
        <p:txBody>
          <a:bodyPr/>
          <a:lstStyle/>
          <a:p>
            <a:r>
              <a:rPr lang="en-PH">
                <a:latin typeface="Impact"/>
              </a:rPr>
              <a:t>3.0 Admin – Dashboard Page</a:t>
            </a:r>
            <a:endParaRPr lang="en-US"/>
          </a:p>
        </p:txBody>
      </p:sp>
      <p:pic>
        <p:nvPicPr>
          <p:cNvPr id="3" name="Picture 2">
            <a:extLst>
              <a:ext uri="{FF2B5EF4-FFF2-40B4-BE49-F238E27FC236}">
                <a16:creationId xmlns:a16="http://schemas.microsoft.com/office/drawing/2014/main" id="{D462462F-40B4-FD03-FB35-F9E8F220B96A}"/>
              </a:ext>
            </a:extLst>
          </p:cNvPr>
          <p:cNvPicPr>
            <a:picLocks noChangeAspect="1"/>
          </p:cNvPicPr>
          <p:nvPr/>
        </p:nvPicPr>
        <p:blipFill>
          <a:blip r:embed="rId2"/>
          <a:stretch>
            <a:fillRect/>
          </a:stretch>
        </p:blipFill>
        <p:spPr>
          <a:xfrm>
            <a:off x="913434" y="1722593"/>
            <a:ext cx="22184528" cy="11309273"/>
          </a:xfrm>
          <a:prstGeom prst="rect">
            <a:avLst/>
          </a:prstGeom>
        </p:spPr>
      </p:pic>
    </p:spTree>
    <p:extLst>
      <p:ext uri="{BB962C8B-B14F-4D97-AF65-F5344CB8AC3E}">
        <p14:creationId xmlns:p14="http://schemas.microsoft.com/office/powerpoint/2010/main" val="33991298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59E87-99FC-6D90-E6EA-1E801ABCBF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0EF6B2-C0A1-8A57-C6B3-A1E1BD7BF199}"/>
              </a:ext>
            </a:extLst>
          </p:cNvPr>
          <p:cNvSpPr txBox="1"/>
          <p:nvPr/>
        </p:nvSpPr>
        <p:spPr>
          <a:xfrm>
            <a:off x="540786" y="2161327"/>
            <a:ext cx="24163662" cy="110799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DejaVu Sans"/>
                <a:ea typeface="Calibri"/>
                <a:cs typeface="Calibri"/>
              </a:rPr>
              <a:t>Admin/</a:t>
            </a:r>
            <a:r>
              <a:rPr lang="en-PH" sz="3600" b="1" i="1">
                <a:solidFill>
                  <a:srgbClr val="000000"/>
                </a:solidFill>
                <a:latin typeface="DejaVu Sans"/>
                <a:ea typeface="Calibri"/>
                <a:cs typeface="Calibri"/>
              </a:rPr>
              <a:t>Index — Dashboard</a:t>
            </a:r>
            <a:endParaRPr lang="en-PH" sz="3600">
              <a:solidFill>
                <a:srgbClr val="000000"/>
              </a:solidFill>
              <a:latin typeface="Arial"/>
              <a:ea typeface="Calibri"/>
              <a:cs typeface="Arial"/>
            </a:endParaRPr>
          </a:p>
          <a:p>
            <a:r>
              <a:rPr lang="en-PH" sz="3600">
                <a:solidFill>
                  <a:srgbClr val="000000"/>
                </a:solidFill>
                <a:latin typeface="Arial"/>
                <a:ea typeface="Calibri"/>
                <a:cs typeface="Arial"/>
              </a:rPr>
              <a:t> </a:t>
            </a:r>
            <a:r>
              <a:rPr lang="en-PH" sz="3600" b="1">
                <a:solidFill>
                  <a:srgbClr val="000000"/>
                </a:solidFill>
                <a:latin typeface="Arial"/>
                <a:ea typeface="Calibri"/>
                <a:cs typeface="Arial"/>
              </a:rPr>
              <a:t>Field: </a:t>
            </a:r>
            <a:r>
              <a:rPr lang="en-PH" sz="3600" b="1">
                <a:solidFill>
                  <a:srgbClr val="000000"/>
                </a:solidFill>
                <a:ea typeface="Calibri"/>
                <a:cs typeface="+mn-lt"/>
              </a:rPr>
              <a:t>Inventory Overview cards</a:t>
            </a:r>
            <a:endParaRPr lang="en-PH" sz="3600" b="1"/>
          </a:p>
          <a:p>
            <a:r>
              <a:rPr lang="en-PH" sz="3600">
                <a:solidFill>
                  <a:srgbClr val="000000"/>
                </a:solidFill>
                <a:latin typeface="Arial"/>
                <a:ea typeface="Calibri"/>
                <a:cs typeface="Arial"/>
              </a:rPr>
              <a:t>  Logic: Real-time book statistics</a:t>
            </a:r>
          </a:p>
          <a:p>
            <a:r>
              <a:rPr lang="en-PH" sz="3600">
                <a:solidFill>
                  <a:srgbClr val="000000"/>
                </a:solidFill>
                <a:latin typeface="Arial"/>
                <a:ea typeface="Calibri"/>
                <a:cs typeface="Arial"/>
              </a:rPr>
              <a:t>    Display: Total Books, Available Books (with % bar), Borrowed Books, Lost/Damaged Books</a:t>
            </a:r>
          </a:p>
          <a:p>
            <a:r>
              <a:rPr lang="en-PH" sz="3600">
                <a:solidFill>
                  <a:srgbClr val="000000"/>
                </a:solidFill>
                <a:latin typeface="Arial"/>
                <a:ea typeface="Calibri"/>
                <a:cs typeface="Arial"/>
              </a:rPr>
              <a:t>    Action: Page load</a:t>
            </a:r>
          </a:p>
          <a:p>
            <a:r>
              <a:rPr lang="en-PH" sz="3600">
                <a:ea typeface="Calibri"/>
                <a:cs typeface="Arial"/>
              </a:rPr>
              <a:t>   Action Logic: Query database for book counts by status</a:t>
            </a:r>
          </a:p>
          <a:p>
            <a:r>
              <a:rPr lang="en-PH" sz="3600">
                <a:ea typeface="Calibri"/>
                <a:cs typeface="Arial"/>
              </a:rPr>
              <a:t>    Total: Count all books</a:t>
            </a:r>
          </a:p>
          <a:p>
            <a:r>
              <a:rPr lang="en-PH" sz="3600">
                <a:ea typeface="Calibri"/>
                <a:cs typeface="Arial"/>
              </a:rPr>
              <a:t>    Available: Count books with </a:t>
            </a:r>
            <a:r>
              <a:rPr lang="en-PH" sz="3600" err="1">
                <a:ea typeface="Calibri"/>
                <a:cs typeface="Arial"/>
              </a:rPr>
              <a:t>AvailableCopies</a:t>
            </a:r>
            <a:r>
              <a:rPr lang="en-PH" sz="3600">
                <a:ea typeface="Calibri"/>
                <a:cs typeface="Arial"/>
              </a:rPr>
              <a:t> &gt; 0</a:t>
            </a:r>
            <a:endParaRPr lang="en-PH"/>
          </a:p>
          <a:p>
            <a:r>
              <a:rPr lang="en-PH" sz="3600">
                <a:ea typeface="Calibri"/>
                <a:cs typeface="Arial"/>
              </a:rPr>
              <a:t>    Borrowed: Count books in active transactions</a:t>
            </a:r>
            <a:endParaRPr lang="en-PH"/>
          </a:p>
          <a:p>
            <a:r>
              <a:rPr lang="en-PH" sz="3600">
                <a:ea typeface="Calibri"/>
                <a:cs typeface="Arial"/>
              </a:rPr>
              <a:t>    Lost/Damaged: Count books with Lost/Damaged status</a:t>
            </a:r>
            <a:endParaRPr lang="en-PH"/>
          </a:p>
          <a:p>
            <a:endParaRPr lang="en-PH" sz="1200">
              <a:ea typeface="Calibri"/>
              <a:cs typeface="Arial"/>
            </a:endParaRPr>
          </a:p>
          <a:p>
            <a:r>
              <a:rPr lang="en-PH" sz="3600" b="1">
                <a:solidFill>
                  <a:srgbClr val="000000"/>
                </a:solidFill>
                <a:latin typeface="Arial"/>
                <a:ea typeface="Calibri"/>
                <a:cs typeface="Arial"/>
              </a:rPr>
              <a:t> Field: </a:t>
            </a:r>
            <a:r>
              <a:rPr lang="en-PH" sz="3600" b="1">
                <a:solidFill>
                  <a:srgbClr val="000000"/>
                </a:solidFill>
                <a:ea typeface="Calibri"/>
                <a:cs typeface="+mn-lt"/>
              </a:rPr>
              <a:t>Members Overview cards</a:t>
            </a:r>
            <a:endParaRPr lang="en-PH" sz="3600">
              <a:solidFill>
                <a:srgbClr val="000000"/>
              </a:solidFill>
              <a:ea typeface="+mn-lt"/>
              <a:cs typeface="+mn-lt"/>
            </a:endParaRPr>
          </a:p>
          <a:p>
            <a:r>
              <a:rPr lang="en-PH" sz="3600">
                <a:solidFill>
                  <a:srgbClr val="000000"/>
                </a:solidFill>
                <a:ea typeface="Calibri"/>
                <a:cs typeface="+mn-lt"/>
              </a:rPr>
              <a:t> </a:t>
            </a:r>
            <a:r>
              <a:rPr lang="en-PH" sz="3600">
                <a:solidFill>
                  <a:srgbClr val="000000"/>
                </a:solidFill>
                <a:latin typeface="Arial"/>
                <a:ea typeface="Calibri"/>
                <a:cs typeface="Arial"/>
              </a:rPr>
              <a:t> Logic: Member statistics</a:t>
            </a:r>
          </a:p>
          <a:p>
            <a:r>
              <a:rPr lang="en-PH" sz="3600">
                <a:solidFill>
                  <a:srgbClr val="000000"/>
                </a:solidFill>
                <a:latin typeface="Arial"/>
                <a:ea typeface="Calibri"/>
                <a:cs typeface="Arial"/>
              </a:rPr>
              <a:t>    Display: Total Members, Active Members, Suspended Members, New This Week</a:t>
            </a:r>
          </a:p>
          <a:p>
            <a:r>
              <a:rPr lang="en-PH" sz="3600">
                <a:solidFill>
                  <a:srgbClr val="000000"/>
                </a:solidFill>
                <a:latin typeface="Arial"/>
                <a:ea typeface="Calibri"/>
                <a:cs typeface="Arial"/>
              </a:rPr>
              <a:t>    Action: Page load</a:t>
            </a:r>
          </a:p>
          <a:p>
            <a:r>
              <a:rPr lang="en-PH" sz="3600">
                <a:solidFill>
                  <a:srgbClr val="000000"/>
                </a:solidFill>
                <a:latin typeface="Arial"/>
                <a:ea typeface="Calibri"/>
                <a:cs typeface="Arial"/>
              </a:rPr>
              <a:t>     Action Logic: Query Members table</a:t>
            </a:r>
          </a:p>
          <a:p>
            <a:r>
              <a:rPr lang="en-PH" sz="3600">
                <a:ea typeface="+mn-lt"/>
                <a:cs typeface="+mn-lt"/>
              </a:rPr>
              <a:t>    Total: Count all members</a:t>
            </a:r>
          </a:p>
          <a:p>
            <a:r>
              <a:rPr lang="en-PH" sz="3600">
                <a:ea typeface="+mn-lt"/>
                <a:cs typeface="+mn-lt"/>
              </a:rPr>
              <a:t>    Active: Count members with Status=Active</a:t>
            </a:r>
            <a:endParaRPr lang="en-PH" sz="3600">
              <a:cs typeface="Arial"/>
            </a:endParaRPr>
          </a:p>
          <a:p>
            <a:r>
              <a:rPr lang="en-PH" sz="3600">
                <a:ea typeface="+mn-lt"/>
                <a:cs typeface="+mn-lt"/>
              </a:rPr>
              <a:t>    Suspended: Count members with Status=Suspended</a:t>
            </a:r>
            <a:endParaRPr lang="en-PH" sz="3600">
              <a:cs typeface="Arial"/>
            </a:endParaRPr>
          </a:p>
          <a:p>
            <a:r>
              <a:rPr lang="en-PH" sz="3600">
                <a:ea typeface="+mn-lt"/>
                <a:cs typeface="+mn-lt"/>
              </a:rPr>
              <a:t>    New This Week: Count members created in last 7 days</a:t>
            </a:r>
            <a:endParaRPr lang="en-PH"/>
          </a:p>
          <a:p>
            <a:endParaRPr lang="en-PH"/>
          </a:p>
        </p:txBody>
      </p:sp>
      <p:sp>
        <p:nvSpPr>
          <p:cNvPr id="6" name="Text Placeholder 5">
            <a:extLst>
              <a:ext uri="{FF2B5EF4-FFF2-40B4-BE49-F238E27FC236}">
                <a16:creationId xmlns:a16="http://schemas.microsoft.com/office/drawing/2014/main" id="{A965CD72-00F0-77C3-F245-B1610EAAE18B}"/>
              </a:ext>
            </a:extLst>
          </p:cNvPr>
          <p:cNvSpPr>
            <a:spLocks noGrp="1"/>
          </p:cNvSpPr>
          <p:nvPr>
            <p:ph type="body" sz="quarter" idx="13"/>
          </p:nvPr>
        </p:nvSpPr>
        <p:spPr/>
        <p:txBody>
          <a:bodyPr/>
          <a:lstStyle/>
          <a:p>
            <a:r>
              <a:rPr lang="en-PH">
                <a:latin typeface="Impact"/>
              </a:rPr>
              <a:t>3.0 </a:t>
            </a:r>
            <a:r>
              <a:rPr lang="en-PH" i="1">
                <a:latin typeface="Impact"/>
              </a:rPr>
              <a:t>Admin – Dashboard Page Logic</a:t>
            </a:r>
            <a:endParaRPr lang="en-US"/>
          </a:p>
        </p:txBody>
      </p:sp>
    </p:spTree>
    <p:extLst>
      <p:ext uri="{BB962C8B-B14F-4D97-AF65-F5344CB8AC3E}">
        <p14:creationId xmlns:p14="http://schemas.microsoft.com/office/powerpoint/2010/main" val="2154954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C4460-1095-10E6-789F-0B0F0B0F6C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A2F19C-955C-871E-7604-E60BCD00B9A0}"/>
              </a:ext>
            </a:extLst>
          </p:cNvPr>
          <p:cNvSpPr txBox="1"/>
          <p:nvPr/>
        </p:nvSpPr>
        <p:spPr>
          <a:xfrm>
            <a:off x="540786" y="2161327"/>
            <a:ext cx="24163662" cy="105259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DejaVu Sans"/>
                <a:ea typeface="Calibri"/>
                <a:cs typeface="Calibri"/>
              </a:rPr>
              <a:t>Admin/</a:t>
            </a:r>
            <a:r>
              <a:rPr lang="en-PH" sz="3600" b="1" i="1">
                <a:solidFill>
                  <a:srgbClr val="000000"/>
                </a:solidFill>
                <a:latin typeface="DejaVu Sans"/>
                <a:ea typeface="Calibri"/>
                <a:cs typeface="Calibri"/>
              </a:rPr>
              <a:t>Index — Dashboard</a:t>
            </a:r>
            <a:endParaRPr lang="en-PH" sz="3600">
              <a:solidFill>
                <a:srgbClr val="000000"/>
              </a:solidFill>
              <a:latin typeface="Arial"/>
              <a:ea typeface="Calibri"/>
              <a:cs typeface="Arial"/>
            </a:endParaRPr>
          </a:p>
          <a:p>
            <a:r>
              <a:rPr lang="en-PH" sz="3600">
                <a:solidFill>
                  <a:srgbClr val="000000"/>
                </a:solidFill>
                <a:latin typeface="Arial"/>
                <a:ea typeface="Calibri"/>
                <a:cs typeface="Arial"/>
              </a:rPr>
              <a:t> </a:t>
            </a:r>
            <a:r>
              <a:rPr lang="en-PH" sz="3600" b="1">
                <a:solidFill>
                  <a:srgbClr val="000000"/>
                </a:solidFill>
                <a:latin typeface="Arial"/>
                <a:ea typeface="Calibri"/>
                <a:cs typeface="Arial"/>
              </a:rPr>
              <a:t>Field: </a:t>
            </a:r>
            <a:r>
              <a:rPr lang="en-PH" sz="3600" b="1">
                <a:solidFill>
                  <a:srgbClr val="000000"/>
                </a:solidFill>
                <a:ea typeface="Calibri"/>
                <a:cs typeface="+mn-lt"/>
              </a:rPr>
              <a:t>Borrowing Activity cards</a:t>
            </a:r>
            <a:endParaRPr lang="en-PH" sz="3600" b="1"/>
          </a:p>
          <a:p>
            <a:r>
              <a:rPr lang="en-PH" sz="3600">
                <a:solidFill>
                  <a:srgbClr val="000000"/>
                </a:solidFill>
                <a:latin typeface="Arial"/>
                <a:ea typeface="Calibri"/>
                <a:cs typeface="Arial"/>
              </a:rPr>
              <a:t>  Logic: Transaction statistics</a:t>
            </a:r>
          </a:p>
          <a:p>
            <a:r>
              <a:rPr lang="en-PH" sz="3600">
                <a:solidFill>
                  <a:srgbClr val="000000"/>
                </a:solidFill>
                <a:latin typeface="Arial"/>
                <a:ea typeface="Calibri"/>
                <a:cs typeface="Arial"/>
              </a:rPr>
              <a:t>    Display: Active</a:t>
            </a:r>
            <a:r>
              <a:rPr lang="en-PH" sz="3600">
                <a:ea typeface="Calibri"/>
                <a:cs typeface="+mn-lt"/>
              </a:rPr>
              <a:t> Loans</a:t>
            </a:r>
            <a:r>
              <a:rPr lang="en-PH" sz="3600">
                <a:solidFill>
                  <a:srgbClr val="000000"/>
                </a:solidFill>
                <a:latin typeface="Arial"/>
                <a:ea typeface="Calibri"/>
                <a:cs typeface="Arial"/>
              </a:rPr>
              <a:t>, Overdue (with warning </a:t>
            </a:r>
            <a:r>
              <a:rPr lang="en-PH" sz="3600">
                <a:ea typeface="Calibri"/>
                <a:cs typeface="+mn-lt"/>
              </a:rPr>
              <a:t>icon</a:t>
            </a:r>
            <a:r>
              <a:rPr lang="en-PH" sz="3600">
                <a:solidFill>
                  <a:srgbClr val="000000"/>
                </a:solidFill>
                <a:latin typeface="Arial"/>
                <a:ea typeface="Calibri"/>
                <a:cs typeface="Arial"/>
              </a:rPr>
              <a:t>), </a:t>
            </a:r>
            <a:r>
              <a:rPr lang="en-PH" sz="3600">
                <a:ea typeface="Calibri"/>
                <a:cs typeface="+mn-lt"/>
              </a:rPr>
              <a:t>Returned Today, This Week</a:t>
            </a:r>
            <a:endParaRPr lang="en-PH" sz="3600">
              <a:ea typeface="+mn-lt"/>
              <a:cs typeface="+mn-lt"/>
            </a:endParaRPr>
          </a:p>
          <a:p>
            <a:r>
              <a:rPr lang="en-PH" sz="3600">
                <a:ea typeface="Calibri"/>
                <a:cs typeface="+mn-lt"/>
              </a:rPr>
              <a:t>    Action: Page load</a:t>
            </a:r>
            <a:endParaRPr lang="en-PH"/>
          </a:p>
          <a:p>
            <a:r>
              <a:rPr lang="en-PH" sz="3600">
                <a:ea typeface="Calibri"/>
                <a:cs typeface="+mn-lt"/>
              </a:rPr>
              <a:t>   Action Logic: Query </a:t>
            </a:r>
            <a:r>
              <a:rPr lang="en-PH" sz="3600" err="1">
                <a:ea typeface="Calibri"/>
                <a:cs typeface="+mn-lt"/>
              </a:rPr>
              <a:t>BorrowTransactions</a:t>
            </a:r>
            <a:r>
              <a:rPr lang="en-PH" sz="3600">
                <a:ea typeface="Calibri"/>
                <a:cs typeface="+mn-lt"/>
              </a:rPr>
              <a:t> table</a:t>
            </a:r>
          </a:p>
          <a:p>
            <a:r>
              <a:rPr lang="en-PH" sz="3600">
                <a:ea typeface="Calibri"/>
                <a:cs typeface="+mn-lt"/>
              </a:rPr>
              <a:t>    Active: Count transactions with Status=Active</a:t>
            </a:r>
            <a:endParaRPr lang="en-PH" sz="3600">
              <a:cs typeface="Arial"/>
            </a:endParaRPr>
          </a:p>
          <a:p>
            <a:r>
              <a:rPr lang="en-PH" sz="3600">
                <a:ea typeface="Calibri"/>
                <a:cs typeface="+mn-lt"/>
              </a:rPr>
              <a:t>    Overdue: Count transactions with Status=Overdue</a:t>
            </a:r>
            <a:endParaRPr lang="en-PH" sz="3600">
              <a:ea typeface="+mn-lt"/>
              <a:cs typeface="+mn-lt"/>
            </a:endParaRPr>
          </a:p>
          <a:p>
            <a:r>
              <a:rPr lang="en-PH" sz="3600">
                <a:ea typeface="Calibri"/>
                <a:cs typeface="+mn-lt"/>
              </a:rPr>
              <a:t>    Returned Today: Count transactions returned today</a:t>
            </a:r>
            <a:endParaRPr lang="en-PH" sz="3600">
              <a:ea typeface="+mn-lt"/>
              <a:cs typeface="+mn-lt"/>
            </a:endParaRPr>
          </a:p>
          <a:p>
            <a:r>
              <a:rPr lang="en-PH" sz="3600">
                <a:ea typeface="Calibri"/>
                <a:cs typeface="+mn-lt"/>
              </a:rPr>
              <a:t>    This Week: Count transactions created in last 7 days</a:t>
            </a:r>
            <a:endParaRPr lang="en-PH"/>
          </a:p>
          <a:p>
            <a:endParaRPr lang="en-PH" sz="1200">
              <a:ea typeface="Calibri"/>
              <a:cs typeface="+mn-lt"/>
            </a:endParaRPr>
          </a:p>
          <a:p>
            <a:r>
              <a:rPr lang="en-PH" sz="3600" b="1">
                <a:ea typeface="Calibri"/>
                <a:cs typeface="+mn-lt"/>
              </a:rPr>
              <a:t> Field: Financial Overview cards</a:t>
            </a:r>
            <a:endParaRPr lang="en-PH" sz="3600">
              <a:ea typeface="+mn-lt"/>
              <a:cs typeface="+mn-lt"/>
            </a:endParaRPr>
          </a:p>
          <a:p>
            <a:r>
              <a:rPr lang="en-PH" sz="3600">
                <a:ea typeface="Calibri"/>
                <a:cs typeface="+mn-lt"/>
              </a:rPr>
              <a:t>  Logic: Fine statistics</a:t>
            </a:r>
            <a:endParaRPr lang="en-PH"/>
          </a:p>
          <a:p>
            <a:r>
              <a:rPr lang="en-PH" sz="3600">
                <a:ea typeface="Calibri"/>
                <a:cs typeface="+mn-lt"/>
              </a:rPr>
              <a:t>    Display: Unpaid Fines (amount + count), Collected Today, Total Collected</a:t>
            </a:r>
            <a:endParaRPr lang="en-PH"/>
          </a:p>
          <a:p>
            <a:r>
              <a:rPr lang="en-PH" sz="3600">
                <a:ea typeface="Calibri"/>
                <a:cs typeface="+mn-lt"/>
              </a:rPr>
              <a:t>    Action: Page load</a:t>
            </a:r>
            <a:endParaRPr lang="en-PH"/>
          </a:p>
          <a:p>
            <a:r>
              <a:rPr lang="en-PH" sz="3600">
                <a:ea typeface="Calibri"/>
                <a:cs typeface="+mn-lt"/>
              </a:rPr>
              <a:t>     Action Logic: Query Fines table</a:t>
            </a:r>
            <a:endParaRPr lang="en-PH" sz="3600">
              <a:cs typeface="Arial"/>
            </a:endParaRPr>
          </a:p>
          <a:p>
            <a:r>
              <a:rPr lang="en-PH" sz="3600">
                <a:ea typeface="+mn-lt"/>
                <a:cs typeface="+mn-lt"/>
              </a:rPr>
              <a:t>    Unpaid: Sum amount where Status=Unpaid</a:t>
            </a:r>
            <a:endParaRPr lang="en-PH">
              <a:ea typeface="+mn-lt"/>
              <a:cs typeface="+mn-lt"/>
            </a:endParaRPr>
          </a:p>
          <a:p>
            <a:r>
              <a:rPr lang="en-PH" sz="3600">
                <a:ea typeface="+mn-lt"/>
                <a:cs typeface="+mn-lt"/>
              </a:rPr>
              <a:t>    Collected Today: Sum amount where </a:t>
            </a:r>
            <a:r>
              <a:rPr lang="en-PH" sz="3600" err="1">
                <a:ea typeface="+mn-lt"/>
                <a:cs typeface="+mn-lt"/>
              </a:rPr>
              <a:t>PaymentDate</a:t>
            </a:r>
            <a:r>
              <a:rPr lang="en-PH" sz="3600">
                <a:ea typeface="+mn-lt"/>
                <a:cs typeface="+mn-lt"/>
              </a:rPr>
              <a:t>=Today</a:t>
            </a:r>
            <a:endParaRPr lang="en-PH">
              <a:ea typeface="+mn-lt"/>
              <a:cs typeface="+mn-lt"/>
            </a:endParaRPr>
          </a:p>
          <a:p>
            <a:r>
              <a:rPr lang="en-PH" sz="3600">
                <a:ea typeface="+mn-lt"/>
                <a:cs typeface="+mn-lt"/>
              </a:rPr>
              <a:t>    Total: Sum all paid fines</a:t>
            </a:r>
            <a:endParaRPr lang="en-PH">
              <a:ea typeface="+mn-lt"/>
              <a:cs typeface="+mn-lt"/>
            </a:endParaRPr>
          </a:p>
          <a:p>
            <a:endParaRPr lang="en-PH">
              <a:cs typeface="Arial"/>
            </a:endParaRPr>
          </a:p>
        </p:txBody>
      </p:sp>
      <p:sp>
        <p:nvSpPr>
          <p:cNvPr id="6" name="Text Placeholder 5">
            <a:extLst>
              <a:ext uri="{FF2B5EF4-FFF2-40B4-BE49-F238E27FC236}">
                <a16:creationId xmlns:a16="http://schemas.microsoft.com/office/drawing/2014/main" id="{713C0CF8-6E76-A2E9-11D9-90B29D41B2EA}"/>
              </a:ext>
            </a:extLst>
          </p:cNvPr>
          <p:cNvSpPr>
            <a:spLocks noGrp="1"/>
          </p:cNvSpPr>
          <p:nvPr>
            <p:ph type="body" sz="quarter" idx="13"/>
          </p:nvPr>
        </p:nvSpPr>
        <p:spPr/>
        <p:txBody>
          <a:bodyPr/>
          <a:lstStyle/>
          <a:p>
            <a:r>
              <a:rPr lang="en-PH">
                <a:latin typeface="Impact"/>
              </a:rPr>
              <a:t>3.0 </a:t>
            </a:r>
            <a:r>
              <a:rPr lang="en-PH" i="1">
                <a:latin typeface="Impact"/>
              </a:rPr>
              <a:t>Admin – Dashboard Page Logic</a:t>
            </a:r>
            <a:endParaRPr lang="en-PH">
              <a:solidFill>
                <a:srgbClr val="000000"/>
              </a:solidFill>
              <a:latin typeface="Impact"/>
            </a:endParaRPr>
          </a:p>
        </p:txBody>
      </p:sp>
    </p:spTree>
    <p:extLst>
      <p:ext uri="{BB962C8B-B14F-4D97-AF65-F5344CB8AC3E}">
        <p14:creationId xmlns:p14="http://schemas.microsoft.com/office/powerpoint/2010/main" val="1351523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FD826-C409-647B-9E95-328FBA15FC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EBE4FA-7A41-C912-1A58-B369A5DA10FC}"/>
              </a:ext>
            </a:extLst>
          </p:cNvPr>
          <p:cNvSpPr txBox="1"/>
          <p:nvPr/>
        </p:nvSpPr>
        <p:spPr>
          <a:xfrm>
            <a:off x="540786" y="2161327"/>
            <a:ext cx="24163662" cy="81560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400" b="1" i="1">
                <a:latin typeface="DejaVu Sans"/>
                <a:ea typeface="Calibri"/>
                <a:cs typeface="Calibri"/>
              </a:rPr>
              <a:t>Admin/</a:t>
            </a:r>
            <a:r>
              <a:rPr lang="en-PH" sz="4400" b="1" i="1">
                <a:solidFill>
                  <a:srgbClr val="000000"/>
                </a:solidFill>
                <a:latin typeface="DejaVu Sans"/>
                <a:ea typeface="Calibri"/>
                <a:cs typeface="Calibri"/>
              </a:rPr>
              <a:t>Index — Dashboard</a:t>
            </a:r>
            <a:endParaRPr lang="en-PH" sz="4400">
              <a:solidFill>
                <a:srgbClr val="000000"/>
              </a:solidFill>
              <a:latin typeface="Arial"/>
              <a:ea typeface="Calibri"/>
              <a:cs typeface="Arial"/>
            </a:endParaRPr>
          </a:p>
          <a:p>
            <a:r>
              <a:rPr lang="en-PH" sz="4400">
                <a:solidFill>
                  <a:srgbClr val="000000"/>
                </a:solidFill>
                <a:latin typeface="Arial"/>
                <a:ea typeface="Calibri"/>
                <a:cs typeface="Arial"/>
              </a:rPr>
              <a:t> </a:t>
            </a:r>
            <a:r>
              <a:rPr lang="en-PH" sz="4400" b="1">
                <a:solidFill>
                  <a:srgbClr val="000000"/>
                </a:solidFill>
                <a:latin typeface="Arial"/>
                <a:ea typeface="Calibri"/>
                <a:cs typeface="Arial"/>
              </a:rPr>
              <a:t>Field: </a:t>
            </a:r>
            <a:r>
              <a:rPr lang="en-PH" sz="4400" b="1">
                <a:solidFill>
                  <a:srgbClr val="000000"/>
                </a:solidFill>
                <a:ea typeface="Calibri"/>
                <a:cs typeface="+mn-lt"/>
              </a:rPr>
              <a:t>Book Requests cards</a:t>
            </a:r>
            <a:endParaRPr lang="en-PH" sz="4400" b="1"/>
          </a:p>
          <a:p>
            <a:r>
              <a:rPr lang="en-PH" sz="4400">
                <a:solidFill>
                  <a:srgbClr val="000000"/>
                </a:solidFill>
                <a:latin typeface="Arial"/>
                <a:ea typeface="Calibri"/>
                <a:cs typeface="Arial"/>
              </a:rPr>
              <a:t>  Logic: Request statistics</a:t>
            </a:r>
          </a:p>
          <a:p>
            <a:r>
              <a:rPr lang="en-PH" sz="4400">
                <a:solidFill>
                  <a:srgbClr val="000000"/>
                </a:solidFill>
                <a:latin typeface="Arial"/>
                <a:ea typeface="Calibri"/>
                <a:cs typeface="Arial"/>
              </a:rPr>
              <a:t>    Display: Pending</a:t>
            </a:r>
            <a:r>
              <a:rPr lang="en-PH" sz="4400">
                <a:ea typeface="Calibri"/>
                <a:cs typeface="+mn-lt"/>
              </a:rPr>
              <a:t> Requests</a:t>
            </a:r>
            <a:r>
              <a:rPr lang="en-PH" sz="4400">
                <a:solidFill>
                  <a:srgbClr val="000000"/>
                </a:solidFill>
                <a:latin typeface="Arial"/>
                <a:ea typeface="Calibri"/>
                <a:cs typeface="Arial"/>
              </a:rPr>
              <a:t>, </a:t>
            </a:r>
            <a:r>
              <a:rPr lang="en-PH" sz="4400">
                <a:ea typeface="Calibri"/>
                <a:cs typeface="+mn-lt"/>
              </a:rPr>
              <a:t>Approved, Rejected</a:t>
            </a:r>
            <a:endParaRPr lang="en-PH" sz="4400">
              <a:ea typeface="+mn-lt"/>
              <a:cs typeface="+mn-lt"/>
            </a:endParaRPr>
          </a:p>
          <a:p>
            <a:r>
              <a:rPr lang="en-PH" sz="4400">
                <a:ea typeface="Calibri"/>
                <a:cs typeface="+mn-lt"/>
              </a:rPr>
              <a:t>    Action: Page load</a:t>
            </a:r>
            <a:endParaRPr lang="en-PH" sz="4400"/>
          </a:p>
          <a:p>
            <a:r>
              <a:rPr lang="en-PH" sz="4400">
                <a:ea typeface="Calibri"/>
                <a:cs typeface="+mn-lt"/>
              </a:rPr>
              <a:t>   Action Logic: Query </a:t>
            </a:r>
            <a:r>
              <a:rPr lang="en-PH" sz="4400" err="1">
                <a:ea typeface="Calibri"/>
                <a:cs typeface="+mn-lt"/>
              </a:rPr>
              <a:t>BookRequests</a:t>
            </a:r>
            <a:r>
              <a:rPr lang="en-PH" sz="4400">
                <a:ea typeface="Calibri"/>
                <a:cs typeface="+mn-lt"/>
              </a:rPr>
              <a:t> table; Count by Status</a:t>
            </a:r>
          </a:p>
          <a:p>
            <a:endParaRPr lang="en-PH" sz="1600">
              <a:ea typeface="Calibri"/>
              <a:cs typeface="Arial"/>
            </a:endParaRPr>
          </a:p>
          <a:p>
            <a:r>
              <a:rPr lang="en-PH" sz="4400" b="1">
                <a:ea typeface="Calibri"/>
                <a:cs typeface="+mn-lt"/>
              </a:rPr>
              <a:t> Field: Catalog Data cards</a:t>
            </a:r>
            <a:endParaRPr lang="en-PH" sz="4400">
              <a:ea typeface="+mn-lt"/>
              <a:cs typeface="+mn-lt"/>
            </a:endParaRPr>
          </a:p>
          <a:p>
            <a:r>
              <a:rPr lang="en-PH" sz="4400">
                <a:ea typeface="Calibri"/>
                <a:cs typeface="+mn-lt"/>
              </a:rPr>
              <a:t>  Logic: Catalog statistics</a:t>
            </a:r>
            <a:endParaRPr lang="en-PH" sz="4400"/>
          </a:p>
          <a:p>
            <a:r>
              <a:rPr lang="en-PH" sz="4400">
                <a:ea typeface="Calibri"/>
                <a:cs typeface="+mn-lt"/>
              </a:rPr>
              <a:t>    Display: Categories count, Genres count, Authors count, New Books This Week</a:t>
            </a:r>
            <a:endParaRPr lang="en-PH" sz="4400"/>
          </a:p>
          <a:p>
            <a:r>
              <a:rPr lang="en-PH" sz="4400">
                <a:ea typeface="Calibri"/>
                <a:cs typeface="+mn-lt"/>
              </a:rPr>
              <a:t>    Action: Page load</a:t>
            </a:r>
          </a:p>
          <a:p>
            <a:r>
              <a:rPr lang="en-PH" sz="4400">
                <a:ea typeface="Calibri"/>
                <a:cs typeface="+mn-lt"/>
              </a:rPr>
              <a:t>     Action Logic: Query respective tables for counts</a:t>
            </a:r>
          </a:p>
          <a:p>
            <a:endParaRPr lang="en-PH" sz="2400">
              <a:cs typeface="Arial"/>
            </a:endParaRPr>
          </a:p>
        </p:txBody>
      </p:sp>
      <p:sp>
        <p:nvSpPr>
          <p:cNvPr id="6" name="Text Placeholder 5">
            <a:extLst>
              <a:ext uri="{FF2B5EF4-FFF2-40B4-BE49-F238E27FC236}">
                <a16:creationId xmlns:a16="http://schemas.microsoft.com/office/drawing/2014/main" id="{B8E08385-CDD9-8182-B6F8-373755F61B91}"/>
              </a:ext>
            </a:extLst>
          </p:cNvPr>
          <p:cNvSpPr>
            <a:spLocks noGrp="1"/>
          </p:cNvSpPr>
          <p:nvPr>
            <p:ph type="body" sz="quarter" idx="13"/>
          </p:nvPr>
        </p:nvSpPr>
        <p:spPr/>
        <p:txBody>
          <a:bodyPr/>
          <a:lstStyle/>
          <a:p>
            <a:r>
              <a:rPr lang="en-PH">
                <a:latin typeface="Impact"/>
              </a:rPr>
              <a:t>3.0 </a:t>
            </a:r>
            <a:r>
              <a:rPr lang="en-PH" i="1">
                <a:latin typeface="Impact"/>
              </a:rPr>
              <a:t>Admin – Dashboard Page Logic</a:t>
            </a:r>
            <a:endParaRPr lang="en-US"/>
          </a:p>
        </p:txBody>
      </p:sp>
    </p:spTree>
    <p:extLst>
      <p:ext uri="{BB962C8B-B14F-4D97-AF65-F5344CB8AC3E}">
        <p14:creationId xmlns:p14="http://schemas.microsoft.com/office/powerpoint/2010/main" val="29162228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93BA-8CA0-54B8-C7CD-1424D444F0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3B9B98-0264-65CE-060E-002C99F851CA}"/>
              </a:ext>
            </a:extLst>
          </p:cNvPr>
          <p:cNvSpPr txBox="1"/>
          <p:nvPr/>
        </p:nvSpPr>
        <p:spPr>
          <a:xfrm>
            <a:off x="540786" y="2161327"/>
            <a:ext cx="24163662" cy="95718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400" b="1" i="1">
                <a:latin typeface="DejaVu Sans"/>
                <a:ea typeface="Calibri"/>
                <a:cs typeface="Calibri"/>
              </a:rPr>
              <a:t>Admin/</a:t>
            </a:r>
            <a:r>
              <a:rPr lang="en-PH" sz="4400" b="1" i="1">
                <a:solidFill>
                  <a:srgbClr val="000000"/>
                </a:solidFill>
                <a:latin typeface="DejaVu Sans"/>
                <a:ea typeface="Calibri"/>
                <a:cs typeface="Calibri"/>
              </a:rPr>
              <a:t>Index — Dashboard</a:t>
            </a:r>
            <a:endParaRPr lang="en-PH" sz="4400">
              <a:solidFill>
                <a:srgbClr val="000000"/>
              </a:solidFill>
              <a:latin typeface="Arial"/>
              <a:ea typeface="Calibri"/>
              <a:cs typeface="Arial"/>
            </a:endParaRPr>
          </a:p>
          <a:p>
            <a:r>
              <a:rPr lang="en-PH" sz="4400">
                <a:solidFill>
                  <a:srgbClr val="000000"/>
                </a:solidFill>
                <a:latin typeface="Arial"/>
                <a:ea typeface="Calibri"/>
                <a:cs typeface="Arial"/>
              </a:rPr>
              <a:t> </a:t>
            </a:r>
            <a:r>
              <a:rPr lang="en-PH" sz="4400" b="1">
                <a:solidFill>
                  <a:srgbClr val="000000"/>
                </a:solidFill>
                <a:latin typeface="Arial"/>
                <a:ea typeface="Calibri"/>
                <a:cs typeface="Arial"/>
              </a:rPr>
              <a:t>Field: </a:t>
            </a:r>
            <a:r>
              <a:rPr lang="en-PH" sz="4400" b="1">
                <a:solidFill>
                  <a:srgbClr val="000000"/>
                </a:solidFill>
                <a:ea typeface="Calibri"/>
                <a:cs typeface="+mn-lt"/>
              </a:rPr>
              <a:t>Quick Actions grid</a:t>
            </a:r>
            <a:endParaRPr lang="en-PH" sz="4400" b="1"/>
          </a:p>
          <a:p>
            <a:r>
              <a:rPr lang="en-PH" sz="4400">
                <a:solidFill>
                  <a:srgbClr val="000000"/>
                </a:solidFill>
                <a:latin typeface="Arial"/>
                <a:ea typeface="Calibri"/>
                <a:cs typeface="Arial"/>
              </a:rPr>
              <a:t>  Logic: Navigation shortcuts (10 buttons)</a:t>
            </a:r>
          </a:p>
          <a:p>
            <a:r>
              <a:rPr lang="en-PH" sz="4400">
                <a:solidFill>
                  <a:srgbClr val="000000"/>
                </a:solidFill>
                <a:latin typeface="Arial"/>
                <a:ea typeface="Calibri"/>
                <a:cs typeface="Arial"/>
              </a:rPr>
              <a:t>    </a:t>
            </a:r>
            <a:r>
              <a:rPr lang="en-PH" sz="4400">
                <a:ea typeface="Calibri"/>
                <a:cs typeface="+mn-lt"/>
              </a:rPr>
              <a:t>Action: Click any quick action button</a:t>
            </a:r>
          </a:p>
          <a:p>
            <a:r>
              <a:rPr lang="en-PH" sz="4400">
                <a:ea typeface="Calibri"/>
                <a:cs typeface="+mn-lt"/>
              </a:rPr>
              <a:t>    </a:t>
            </a:r>
            <a:r>
              <a:rPr lang="en-PH" sz="4400">
                <a:ea typeface="+mn-lt"/>
                <a:cs typeface="+mn-lt"/>
              </a:rPr>
              <a:t> "Create Account" → Navigate to /Admin/</a:t>
            </a:r>
            <a:r>
              <a:rPr lang="en-PH" sz="4400" err="1">
                <a:ea typeface="+mn-lt"/>
                <a:cs typeface="+mn-lt"/>
              </a:rPr>
              <a:t>CreateAccount</a:t>
            </a:r>
            <a:endParaRPr lang="en-PH" err="1"/>
          </a:p>
          <a:p>
            <a:r>
              <a:rPr lang="en-PH" sz="4400">
                <a:ea typeface="+mn-lt"/>
                <a:cs typeface="+mn-lt"/>
              </a:rPr>
              <a:t>    "Manage Admins" → Navigate to /Admin/</a:t>
            </a:r>
            <a:r>
              <a:rPr lang="en-PH" sz="4400" err="1">
                <a:ea typeface="+mn-lt"/>
                <a:cs typeface="+mn-lt"/>
              </a:rPr>
              <a:t>ManageAdmins</a:t>
            </a:r>
            <a:endParaRPr lang="en-PH" err="1"/>
          </a:p>
          <a:p>
            <a:r>
              <a:rPr lang="en-PH" sz="4400">
                <a:ea typeface="+mn-lt"/>
                <a:cs typeface="+mn-lt"/>
              </a:rPr>
              <a:t>    "Manage Members" → Navigate to /Members/Index</a:t>
            </a:r>
            <a:endParaRPr lang="en-PH"/>
          </a:p>
          <a:p>
            <a:r>
              <a:rPr lang="en-PH" sz="4400">
                <a:ea typeface="+mn-lt"/>
                <a:cs typeface="+mn-lt"/>
              </a:rPr>
              <a:t>    "Add New Book" → Navigate to /Books/Create</a:t>
            </a:r>
            <a:endParaRPr lang="en-PH"/>
          </a:p>
          <a:p>
            <a:r>
              <a:rPr lang="en-PH" sz="4400">
                <a:ea typeface="+mn-lt"/>
                <a:cs typeface="+mn-lt"/>
              </a:rPr>
              <a:t>    "Manage Categories" → Navigate to /Categories/Index</a:t>
            </a:r>
            <a:endParaRPr lang="en-PH"/>
          </a:p>
          <a:p>
            <a:r>
              <a:rPr lang="en-PH" sz="4400">
                <a:ea typeface="+mn-lt"/>
                <a:cs typeface="+mn-lt"/>
              </a:rPr>
              <a:t>    "Manage Genres" → Navigate to /Genres/Index</a:t>
            </a:r>
            <a:endParaRPr lang="en-PH"/>
          </a:p>
          <a:p>
            <a:r>
              <a:rPr lang="en-PH" sz="4400">
                <a:ea typeface="+mn-lt"/>
                <a:cs typeface="+mn-lt"/>
              </a:rPr>
              <a:t>    "Process Borrow" → Navigate to /Borrowing/Borrow</a:t>
            </a:r>
            <a:endParaRPr lang="en-PH"/>
          </a:p>
          <a:p>
            <a:r>
              <a:rPr lang="en-PH" sz="4400">
                <a:ea typeface="+mn-lt"/>
                <a:cs typeface="+mn-lt"/>
              </a:rPr>
              <a:t>    "Process Return" → Navigate to /Borrowing/Return</a:t>
            </a:r>
            <a:endParaRPr lang="en-PH"/>
          </a:p>
          <a:p>
            <a:r>
              <a:rPr lang="en-PH" sz="4400">
                <a:ea typeface="+mn-lt"/>
                <a:cs typeface="+mn-lt"/>
              </a:rPr>
              <a:t>    "View Requests" → Navigate to /</a:t>
            </a:r>
            <a:r>
              <a:rPr lang="en-PH" sz="4400" err="1">
                <a:ea typeface="+mn-lt"/>
                <a:cs typeface="+mn-lt"/>
              </a:rPr>
              <a:t>BookRequests</a:t>
            </a:r>
            <a:r>
              <a:rPr lang="en-PH" sz="4400">
                <a:ea typeface="+mn-lt"/>
                <a:cs typeface="+mn-lt"/>
              </a:rPr>
              <a:t>/Index</a:t>
            </a:r>
            <a:endParaRPr lang="en-PH"/>
          </a:p>
          <a:p>
            <a:r>
              <a:rPr lang="en-PH" sz="4400">
                <a:ea typeface="+mn-lt"/>
                <a:cs typeface="+mn-lt"/>
              </a:rPr>
              <a:t>    "Full Reports" → Navigate to /Reports/Index</a:t>
            </a:r>
            <a:endParaRPr lang="en-PH"/>
          </a:p>
        </p:txBody>
      </p:sp>
      <p:sp>
        <p:nvSpPr>
          <p:cNvPr id="6" name="Text Placeholder 5">
            <a:extLst>
              <a:ext uri="{FF2B5EF4-FFF2-40B4-BE49-F238E27FC236}">
                <a16:creationId xmlns:a16="http://schemas.microsoft.com/office/drawing/2014/main" id="{A4ECB851-4643-6B4E-DD29-06F811AB0543}"/>
              </a:ext>
            </a:extLst>
          </p:cNvPr>
          <p:cNvSpPr>
            <a:spLocks noGrp="1"/>
          </p:cNvSpPr>
          <p:nvPr>
            <p:ph type="body" sz="quarter" idx="13"/>
          </p:nvPr>
        </p:nvSpPr>
        <p:spPr/>
        <p:txBody>
          <a:bodyPr/>
          <a:lstStyle/>
          <a:p>
            <a:r>
              <a:rPr lang="en-PH">
                <a:latin typeface="Impact"/>
              </a:rPr>
              <a:t>3.0 </a:t>
            </a:r>
            <a:r>
              <a:rPr lang="en-PH" i="1">
                <a:latin typeface="Impact"/>
              </a:rPr>
              <a:t>Admin – Dashboard Page Logic</a:t>
            </a:r>
            <a:endParaRPr lang="en-US"/>
          </a:p>
        </p:txBody>
      </p:sp>
    </p:spTree>
    <p:extLst>
      <p:ext uri="{BB962C8B-B14F-4D97-AF65-F5344CB8AC3E}">
        <p14:creationId xmlns:p14="http://schemas.microsoft.com/office/powerpoint/2010/main" val="16858044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AC83D-1020-45CD-201B-24915F54C1F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1519AC6D-06EE-22DF-87AA-4823743DFA56}"/>
              </a:ext>
            </a:extLst>
          </p:cNvPr>
          <p:cNvSpPr>
            <a:spLocks noGrp="1"/>
          </p:cNvSpPr>
          <p:nvPr>
            <p:ph type="body" sz="quarter" idx="13"/>
          </p:nvPr>
        </p:nvSpPr>
        <p:spPr/>
        <p:txBody>
          <a:bodyPr/>
          <a:lstStyle/>
          <a:p>
            <a:r>
              <a:rPr lang="en-PH">
                <a:latin typeface="Impact"/>
              </a:rPr>
              <a:t>3.1 Admin – Create Account Page</a:t>
            </a:r>
            <a:endParaRPr lang="en-US"/>
          </a:p>
        </p:txBody>
      </p:sp>
      <p:pic>
        <p:nvPicPr>
          <p:cNvPr id="3" name="Picture 2">
            <a:extLst>
              <a:ext uri="{FF2B5EF4-FFF2-40B4-BE49-F238E27FC236}">
                <a16:creationId xmlns:a16="http://schemas.microsoft.com/office/drawing/2014/main" id="{CC340016-A157-524B-8DAE-F81590FAB57E}"/>
              </a:ext>
            </a:extLst>
          </p:cNvPr>
          <p:cNvPicPr>
            <a:picLocks noChangeAspect="1"/>
          </p:cNvPicPr>
          <p:nvPr/>
        </p:nvPicPr>
        <p:blipFill>
          <a:blip r:embed="rId2"/>
          <a:stretch>
            <a:fillRect/>
          </a:stretch>
        </p:blipFill>
        <p:spPr>
          <a:xfrm>
            <a:off x="937385" y="2285172"/>
            <a:ext cx="21116423" cy="10750215"/>
          </a:xfrm>
          <a:prstGeom prst="rect">
            <a:avLst/>
          </a:prstGeom>
        </p:spPr>
      </p:pic>
    </p:spTree>
    <p:extLst>
      <p:ext uri="{BB962C8B-B14F-4D97-AF65-F5344CB8AC3E}">
        <p14:creationId xmlns:p14="http://schemas.microsoft.com/office/powerpoint/2010/main" val="7682264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913A8-9D60-9DBB-EF15-4CE75171D0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CE2202-BEB6-8202-236B-E6A4143CCE9E}"/>
              </a:ext>
            </a:extLst>
          </p:cNvPr>
          <p:cNvSpPr txBox="1"/>
          <p:nvPr/>
        </p:nvSpPr>
        <p:spPr>
          <a:xfrm>
            <a:off x="540786" y="2161327"/>
            <a:ext cx="24163662" cy="114492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Arial"/>
                <a:ea typeface="Calibri"/>
                <a:cs typeface="Calibri"/>
              </a:rPr>
              <a:t>Admin/</a:t>
            </a:r>
            <a:r>
              <a:rPr lang="en-PH" sz="3600" b="1" i="1" err="1">
                <a:solidFill>
                  <a:srgbClr val="000000"/>
                </a:solidFill>
                <a:latin typeface="Arial"/>
                <a:ea typeface="Calibri"/>
                <a:cs typeface="Calibri"/>
              </a:rPr>
              <a:t>CreateAccount</a:t>
            </a:r>
            <a:r>
              <a:rPr lang="en-PH" sz="3600" b="1" i="1">
                <a:solidFill>
                  <a:srgbClr val="000000"/>
                </a:solidFill>
                <a:latin typeface="Arial"/>
                <a:ea typeface="Calibri"/>
                <a:cs typeface="Calibri"/>
              </a:rPr>
              <a:t> — Account Creation</a:t>
            </a:r>
            <a:endParaRPr lang="en-PH" sz="3600">
              <a:solidFill>
                <a:srgbClr val="000000"/>
              </a:solidFill>
              <a:latin typeface="Arial"/>
              <a:ea typeface="Calibri"/>
              <a:cs typeface="Arial"/>
            </a:endParaRPr>
          </a:p>
          <a:p>
            <a:r>
              <a:rPr lang="en-PH" sz="3600">
                <a:solidFill>
                  <a:srgbClr val="000000"/>
                </a:solidFill>
                <a:latin typeface="Arial"/>
                <a:ea typeface="Calibri"/>
                <a:cs typeface="Arial"/>
              </a:rPr>
              <a:t> </a:t>
            </a:r>
            <a:r>
              <a:rPr lang="en-PH" sz="3600" b="1">
                <a:solidFill>
                  <a:srgbClr val="000000"/>
                </a:solidFill>
                <a:latin typeface="Arial"/>
                <a:ea typeface="Calibri"/>
                <a:cs typeface="Arial"/>
              </a:rPr>
              <a:t>Field: </a:t>
            </a:r>
            <a:r>
              <a:rPr lang="en-PH" sz="3600" b="1">
                <a:solidFill>
                  <a:srgbClr val="000000"/>
                </a:solidFill>
                <a:ea typeface="Calibri"/>
                <a:cs typeface="+mn-lt"/>
              </a:rPr>
              <a:t>Account Type radio buttons</a:t>
            </a:r>
            <a:endParaRPr lang="en-PH" sz="3600" b="1"/>
          </a:p>
          <a:p>
            <a:r>
              <a:rPr lang="en-PH" sz="3600">
                <a:solidFill>
                  <a:srgbClr val="000000"/>
                </a:solidFill>
                <a:latin typeface="Arial"/>
                <a:ea typeface="Calibri"/>
                <a:cs typeface="Arial"/>
              </a:rPr>
              <a:t>  Logic: Toggle between Member and Admin creation</a:t>
            </a:r>
          </a:p>
          <a:p>
            <a:r>
              <a:rPr lang="en-PH" sz="3600">
                <a:solidFill>
                  <a:srgbClr val="000000"/>
                </a:solidFill>
                <a:latin typeface="Arial"/>
                <a:ea typeface="Calibri"/>
                <a:cs typeface="Arial"/>
              </a:rPr>
              <a:t>    Options: "Member Account" (default), "Admin Account"  </a:t>
            </a:r>
          </a:p>
          <a:p>
            <a:r>
              <a:rPr lang="en-PH" sz="3600">
                <a:solidFill>
                  <a:srgbClr val="000000"/>
                </a:solidFill>
                <a:latin typeface="Arial"/>
                <a:ea typeface="Calibri"/>
                <a:cs typeface="Arial"/>
              </a:rPr>
              <a:t>    </a:t>
            </a:r>
            <a:r>
              <a:rPr lang="en-PH" sz="3600">
                <a:ea typeface="Calibri"/>
                <a:cs typeface="+mn-lt"/>
              </a:rPr>
              <a:t>Action: Change selection</a:t>
            </a:r>
          </a:p>
          <a:p>
            <a:r>
              <a:rPr lang="en-PH" sz="3600">
                <a:ea typeface="Calibri"/>
                <a:cs typeface="+mn-lt"/>
              </a:rPr>
              <a:t>    </a:t>
            </a:r>
            <a:r>
              <a:rPr lang="en-PH" sz="3600">
                <a:ea typeface="+mn-lt"/>
                <a:cs typeface="+mn-lt"/>
              </a:rPr>
              <a:t> Action Logic: JavaScript toggles visibility of "Member Details" section</a:t>
            </a:r>
            <a:endParaRPr lang="en-PH" sz="3600">
              <a:cs typeface="Arial"/>
            </a:endParaRPr>
          </a:p>
          <a:p>
            <a:r>
              <a:rPr lang="en-PH" sz="3600">
                <a:ea typeface="+mn-lt"/>
                <a:cs typeface="+mn-lt"/>
              </a:rPr>
              <a:t>    Member selected: Show Member Details (phone, DOB, address, limits)</a:t>
            </a:r>
          </a:p>
          <a:p>
            <a:r>
              <a:rPr lang="en-PH" sz="3600">
                <a:ea typeface="+mn-lt"/>
                <a:cs typeface="+mn-lt"/>
              </a:rPr>
              <a:t>     Admin selected: Hide Member Details</a:t>
            </a:r>
          </a:p>
          <a:p>
            <a:r>
              <a:rPr lang="en-PH" sz="3600" b="1">
                <a:ea typeface="+mn-lt"/>
                <a:cs typeface="+mn-lt"/>
              </a:rPr>
              <a:t> Field: Basic Information section</a:t>
            </a:r>
            <a:endParaRPr lang="en-PH" sz="3600">
              <a:ea typeface="+mn-lt"/>
              <a:cs typeface="+mn-lt"/>
            </a:endParaRPr>
          </a:p>
          <a:p>
            <a:r>
              <a:rPr lang="en-PH" sz="3600">
                <a:ea typeface="+mn-lt"/>
                <a:cs typeface="+mn-lt"/>
              </a:rPr>
              <a:t>  First Name input: Required, max 100 chars</a:t>
            </a:r>
            <a:endParaRPr lang="en-PH" sz="3600"/>
          </a:p>
          <a:p>
            <a:r>
              <a:rPr lang="en-PH" sz="3600">
                <a:ea typeface="+mn-lt"/>
                <a:cs typeface="+mn-lt"/>
              </a:rPr>
              <a:t>  Last Name input: Required, max 100 chars</a:t>
            </a:r>
            <a:endParaRPr lang="en-PH" sz="3600"/>
          </a:p>
          <a:p>
            <a:r>
              <a:rPr lang="en-PH" sz="3600">
                <a:ea typeface="+mn-lt"/>
                <a:cs typeface="+mn-lt"/>
              </a:rPr>
              <a:t>  Email input: Required, valid format, unique constraint</a:t>
            </a:r>
            <a:endParaRPr lang="en-PH" sz="3600"/>
          </a:p>
          <a:p>
            <a:r>
              <a:rPr lang="en-PH" sz="3600">
                <a:ea typeface="+mn-lt"/>
                <a:cs typeface="+mn-lt"/>
              </a:rPr>
              <a:t>  Password input: Required, min 8 chars, strength validation</a:t>
            </a:r>
            <a:endParaRPr lang="en-PH" sz="3600"/>
          </a:p>
          <a:p>
            <a:r>
              <a:rPr lang="en-PH" sz="3600">
                <a:ea typeface="+mn-lt"/>
                <a:cs typeface="+mn-lt"/>
              </a:rPr>
              <a:t>  Confirm Password input: Required, must match Password</a:t>
            </a:r>
          </a:p>
          <a:p>
            <a:r>
              <a:rPr lang="en-PH" sz="3600">
                <a:ea typeface="+mn-lt"/>
                <a:cs typeface="+mn-lt"/>
              </a:rPr>
              <a:t> </a:t>
            </a:r>
            <a:r>
              <a:rPr lang="en-PH" sz="3600" b="1">
                <a:ea typeface="+mn-lt"/>
                <a:cs typeface="+mn-lt"/>
              </a:rPr>
              <a:t>Field: Member Details section (conditional)</a:t>
            </a:r>
            <a:endParaRPr lang="en-PH" b="1"/>
          </a:p>
          <a:p>
            <a:r>
              <a:rPr lang="en-PH" sz="3600">
                <a:ea typeface="+mn-lt"/>
                <a:cs typeface="+mn-lt"/>
              </a:rPr>
              <a:t>  Phone Number input: Optional, max 20 chars</a:t>
            </a:r>
            <a:endParaRPr lang="en-PH"/>
          </a:p>
          <a:p>
            <a:r>
              <a:rPr lang="en-PH" sz="3600">
                <a:ea typeface="+mn-lt"/>
                <a:cs typeface="+mn-lt"/>
              </a:rPr>
              <a:t>  Date of Birth input: Optional, date picker</a:t>
            </a:r>
            <a:endParaRPr lang="en-PH"/>
          </a:p>
          <a:p>
            <a:r>
              <a:rPr lang="en-PH" sz="3600">
                <a:ea typeface="+mn-lt"/>
                <a:cs typeface="+mn-lt"/>
              </a:rPr>
              <a:t>  Address </a:t>
            </a:r>
            <a:r>
              <a:rPr lang="en-PH" sz="3600" err="1">
                <a:ea typeface="+mn-lt"/>
                <a:cs typeface="+mn-lt"/>
              </a:rPr>
              <a:t>textarea</a:t>
            </a:r>
            <a:r>
              <a:rPr lang="en-PH" sz="3600">
                <a:ea typeface="+mn-lt"/>
                <a:cs typeface="+mn-lt"/>
              </a:rPr>
              <a:t>: Optional, max 500 chars</a:t>
            </a:r>
            <a:endParaRPr lang="en-PH"/>
          </a:p>
          <a:p>
            <a:r>
              <a:rPr lang="en-PH" sz="3600">
                <a:ea typeface="+mn-lt"/>
                <a:cs typeface="+mn-lt"/>
              </a:rPr>
              <a:t>  Borrowing Limit input: Required, number 1-20, default 5</a:t>
            </a:r>
            <a:endParaRPr lang="en-PH"/>
          </a:p>
          <a:p>
            <a:r>
              <a:rPr lang="en-PH" sz="3600">
                <a:ea typeface="+mn-lt"/>
                <a:cs typeface="+mn-lt"/>
              </a:rPr>
              <a:t>  Membership Expiry Date input: Date picker, defaults to 1 year from now</a:t>
            </a:r>
            <a:endParaRPr lang="en-PH"/>
          </a:p>
        </p:txBody>
      </p:sp>
      <p:sp>
        <p:nvSpPr>
          <p:cNvPr id="6" name="Text Placeholder 5">
            <a:extLst>
              <a:ext uri="{FF2B5EF4-FFF2-40B4-BE49-F238E27FC236}">
                <a16:creationId xmlns:a16="http://schemas.microsoft.com/office/drawing/2014/main" id="{9988F862-F490-DFBE-4D38-68B0A3BB4E8E}"/>
              </a:ext>
            </a:extLst>
          </p:cNvPr>
          <p:cNvSpPr>
            <a:spLocks noGrp="1"/>
          </p:cNvSpPr>
          <p:nvPr>
            <p:ph type="body" sz="quarter" idx="13"/>
          </p:nvPr>
        </p:nvSpPr>
        <p:spPr/>
        <p:txBody>
          <a:bodyPr/>
          <a:lstStyle/>
          <a:p>
            <a:r>
              <a:rPr lang="en-PH">
                <a:latin typeface="Impact"/>
              </a:rPr>
              <a:t>3.1 </a:t>
            </a:r>
            <a:r>
              <a:rPr lang="en-PH" i="1">
                <a:latin typeface="Impact"/>
              </a:rPr>
              <a:t>Admin – Create Account Page Logic</a:t>
            </a:r>
            <a:endParaRPr lang="en-PH" i="1">
              <a:solidFill>
                <a:srgbClr val="000000"/>
              </a:solidFill>
              <a:latin typeface="Impact"/>
            </a:endParaRPr>
          </a:p>
        </p:txBody>
      </p:sp>
    </p:spTree>
    <p:extLst>
      <p:ext uri="{BB962C8B-B14F-4D97-AF65-F5344CB8AC3E}">
        <p14:creationId xmlns:p14="http://schemas.microsoft.com/office/powerpoint/2010/main" val="24083652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FA59D-C7E6-F107-DA54-EF8137374EF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7CDC45-C43E-8BE0-A311-D1AA3D14881B}"/>
              </a:ext>
            </a:extLst>
          </p:cNvPr>
          <p:cNvSpPr txBox="1"/>
          <p:nvPr/>
        </p:nvSpPr>
        <p:spPr>
          <a:xfrm>
            <a:off x="540786" y="4254532"/>
            <a:ext cx="24163662" cy="46166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5400" b="1" i="1">
                <a:latin typeface="Arial"/>
                <a:ea typeface="Calibri"/>
                <a:cs typeface="Calibri"/>
              </a:rPr>
              <a:t>Admin/</a:t>
            </a:r>
            <a:r>
              <a:rPr lang="en-PH" sz="5400" b="1" i="1">
                <a:solidFill>
                  <a:srgbClr val="000000"/>
                </a:solidFill>
                <a:latin typeface="Arial"/>
                <a:ea typeface="Calibri"/>
                <a:cs typeface="Calibri"/>
              </a:rPr>
              <a:t>Index — Dashboard</a:t>
            </a:r>
            <a:endParaRPr lang="en-PH" sz="5400">
              <a:solidFill>
                <a:srgbClr val="000000"/>
              </a:solidFill>
              <a:latin typeface="Arial"/>
              <a:ea typeface="Calibri"/>
              <a:cs typeface="Arial"/>
            </a:endParaRPr>
          </a:p>
          <a:p>
            <a:r>
              <a:rPr lang="en-PH" sz="5400">
                <a:solidFill>
                  <a:srgbClr val="000000"/>
                </a:solidFill>
                <a:latin typeface="Arial"/>
                <a:ea typeface="Calibri"/>
                <a:cs typeface="Arial"/>
              </a:rPr>
              <a:t> </a:t>
            </a:r>
            <a:r>
              <a:rPr lang="en-PH" sz="5400" b="1">
                <a:solidFill>
                  <a:srgbClr val="000000"/>
                </a:solidFill>
                <a:latin typeface="Arial"/>
                <a:ea typeface="Calibri"/>
                <a:cs typeface="Arial"/>
              </a:rPr>
              <a:t>Field: </a:t>
            </a:r>
            <a:r>
              <a:rPr lang="en-PH" sz="5400" b="1">
                <a:solidFill>
                  <a:srgbClr val="000000"/>
                </a:solidFill>
                <a:ea typeface="Calibri"/>
                <a:cs typeface="+mn-lt"/>
              </a:rPr>
              <a:t>Back to Dashboard button</a:t>
            </a:r>
            <a:endParaRPr lang="en-PH" sz="5400" b="1"/>
          </a:p>
          <a:p>
            <a:r>
              <a:rPr lang="en-PH" sz="5400">
                <a:solidFill>
                  <a:srgbClr val="000000"/>
                </a:solidFill>
                <a:latin typeface="Arial"/>
                <a:ea typeface="Calibri"/>
                <a:cs typeface="Arial"/>
              </a:rPr>
              <a:t>  Logic: Cancel and return</a:t>
            </a:r>
          </a:p>
          <a:p>
            <a:r>
              <a:rPr lang="en-PH" sz="5400">
                <a:solidFill>
                  <a:srgbClr val="000000"/>
                </a:solidFill>
                <a:latin typeface="Arial"/>
                <a:ea typeface="Calibri"/>
                <a:cs typeface="Arial"/>
              </a:rPr>
              <a:t>    Action: Click "</a:t>
            </a:r>
            <a:r>
              <a:rPr lang="en-PH" sz="5400">
                <a:ea typeface="Calibri"/>
                <a:cs typeface="+mn-lt"/>
              </a:rPr>
              <a:t>Back to Dashboard"</a:t>
            </a:r>
            <a:endParaRPr lang="en-PH" sz="5400">
              <a:ea typeface="+mn-lt"/>
              <a:cs typeface="+mn-lt"/>
            </a:endParaRPr>
          </a:p>
          <a:p>
            <a:r>
              <a:rPr lang="en-PH" sz="5400">
                <a:ea typeface="Calibri"/>
                <a:cs typeface="+mn-lt"/>
              </a:rPr>
              <a:t>   Action Logic: Redirect to /Admin/Index</a:t>
            </a:r>
          </a:p>
          <a:p>
            <a:endParaRPr lang="en-PH" sz="2400"/>
          </a:p>
        </p:txBody>
      </p:sp>
      <p:sp>
        <p:nvSpPr>
          <p:cNvPr id="6" name="Text Placeholder 5">
            <a:extLst>
              <a:ext uri="{FF2B5EF4-FFF2-40B4-BE49-F238E27FC236}">
                <a16:creationId xmlns:a16="http://schemas.microsoft.com/office/drawing/2014/main" id="{CC91D3B8-94B3-A1B5-730F-FF7C85B55858}"/>
              </a:ext>
            </a:extLst>
          </p:cNvPr>
          <p:cNvSpPr>
            <a:spLocks noGrp="1"/>
          </p:cNvSpPr>
          <p:nvPr>
            <p:ph type="body" sz="quarter" idx="13"/>
          </p:nvPr>
        </p:nvSpPr>
        <p:spPr/>
        <p:txBody>
          <a:bodyPr/>
          <a:lstStyle/>
          <a:p>
            <a:r>
              <a:rPr lang="en-PH">
                <a:latin typeface="Impact"/>
              </a:rPr>
              <a:t>3.1 </a:t>
            </a:r>
            <a:r>
              <a:rPr lang="en-PH" i="1">
                <a:latin typeface="Impact"/>
              </a:rPr>
              <a:t>Admin – Create Account Page Logic</a:t>
            </a:r>
            <a:endParaRPr lang="en-PH">
              <a:solidFill>
                <a:srgbClr val="000000"/>
              </a:solidFill>
              <a:latin typeface="Impact"/>
            </a:endParaRPr>
          </a:p>
        </p:txBody>
      </p:sp>
    </p:spTree>
    <p:extLst>
      <p:ext uri="{BB962C8B-B14F-4D97-AF65-F5344CB8AC3E}">
        <p14:creationId xmlns:p14="http://schemas.microsoft.com/office/powerpoint/2010/main" val="22577467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FEC70-EC31-EFCF-87C7-13A79CE874E4}"/>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75B478F8-6514-7B45-EB96-1880B2D71076}"/>
              </a:ext>
            </a:extLst>
          </p:cNvPr>
          <p:cNvSpPr>
            <a:spLocks noGrp="1"/>
          </p:cNvSpPr>
          <p:nvPr>
            <p:ph type="body" sz="quarter" idx="13"/>
          </p:nvPr>
        </p:nvSpPr>
        <p:spPr/>
        <p:txBody>
          <a:bodyPr/>
          <a:lstStyle/>
          <a:p>
            <a:r>
              <a:rPr lang="en-PH">
                <a:latin typeface="Impact"/>
              </a:rPr>
              <a:t>4.0 Books – Catalog Page</a:t>
            </a:r>
            <a:endParaRPr lang="en-US"/>
          </a:p>
        </p:txBody>
      </p:sp>
      <p:pic>
        <p:nvPicPr>
          <p:cNvPr id="3" name="Picture 2">
            <a:extLst>
              <a:ext uri="{FF2B5EF4-FFF2-40B4-BE49-F238E27FC236}">
                <a16:creationId xmlns:a16="http://schemas.microsoft.com/office/drawing/2014/main" id="{0F038065-6630-67C5-0A68-F58C0B42D5B6}"/>
              </a:ext>
            </a:extLst>
          </p:cNvPr>
          <p:cNvPicPr>
            <a:picLocks noChangeAspect="1"/>
          </p:cNvPicPr>
          <p:nvPr/>
        </p:nvPicPr>
        <p:blipFill>
          <a:blip r:embed="rId2"/>
          <a:stretch>
            <a:fillRect/>
          </a:stretch>
        </p:blipFill>
        <p:spPr>
          <a:xfrm>
            <a:off x="937385" y="1907485"/>
            <a:ext cx="21156528" cy="10770268"/>
          </a:xfrm>
          <a:prstGeom prst="rect">
            <a:avLst/>
          </a:prstGeom>
        </p:spPr>
      </p:pic>
    </p:spTree>
    <p:extLst>
      <p:ext uri="{BB962C8B-B14F-4D97-AF65-F5344CB8AC3E}">
        <p14:creationId xmlns:p14="http://schemas.microsoft.com/office/powerpoint/2010/main" val="4596827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E8BC-010D-B66E-7E95-241899B6AEBC}"/>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6D8F9852-5699-5CB5-D879-5E030325EE2E}"/>
              </a:ext>
            </a:extLst>
          </p:cNvPr>
          <p:cNvSpPr>
            <a:spLocks noGrp="1"/>
          </p:cNvSpPr>
          <p:nvPr>
            <p:ph type="body" sz="quarter" idx="13"/>
          </p:nvPr>
        </p:nvSpPr>
        <p:spPr/>
        <p:txBody>
          <a:bodyPr/>
          <a:lstStyle/>
          <a:p>
            <a:r>
              <a:rPr lang="en-PH">
                <a:latin typeface="Impact"/>
              </a:rPr>
              <a:t>4.0 Books – Catalog Page</a:t>
            </a:r>
            <a:endParaRPr lang="en-US"/>
          </a:p>
        </p:txBody>
      </p:sp>
      <p:pic>
        <p:nvPicPr>
          <p:cNvPr id="4" name="Picture 3">
            <a:extLst>
              <a:ext uri="{FF2B5EF4-FFF2-40B4-BE49-F238E27FC236}">
                <a16:creationId xmlns:a16="http://schemas.microsoft.com/office/drawing/2014/main" id="{875C60E4-A49E-6C9B-CAEF-6D08F304B1E8}"/>
              </a:ext>
            </a:extLst>
          </p:cNvPr>
          <p:cNvPicPr>
            <a:picLocks noChangeAspect="1"/>
          </p:cNvPicPr>
          <p:nvPr/>
        </p:nvPicPr>
        <p:blipFill>
          <a:blip r:embed="rId2"/>
          <a:stretch>
            <a:fillRect/>
          </a:stretch>
        </p:blipFill>
        <p:spPr>
          <a:xfrm>
            <a:off x="1315072" y="1907485"/>
            <a:ext cx="20655213" cy="10509584"/>
          </a:xfrm>
          <a:prstGeom prst="rect">
            <a:avLst/>
          </a:prstGeom>
        </p:spPr>
      </p:pic>
    </p:spTree>
    <p:extLst>
      <p:ext uri="{BB962C8B-B14F-4D97-AF65-F5344CB8AC3E}">
        <p14:creationId xmlns:p14="http://schemas.microsoft.com/office/powerpoint/2010/main" val="26199903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060C1-47FD-D6EA-67C6-DD9677954F4E}"/>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8FF843E4-5626-3855-574F-E767FC743E1D}"/>
              </a:ext>
            </a:extLst>
          </p:cNvPr>
          <p:cNvSpPr>
            <a:spLocks noGrp="1"/>
          </p:cNvSpPr>
          <p:nvPr>
            <p:ph type="body" sz="quarter" idx="13"/>
          </p:nvPr>
        </p:nvSpPr>
        <p:spPr/>
        <p:txBody>
          <a:bodyPr/>
          <a:lstStyle/>
          <a:p>
            <a:r>
              <a:rPr lang="en-PH">
                <a:latin typeface="Impact"/>
              </a:rPr>
              <a:t>4.0 Books – Catalog Page</a:t>
            </a:r>
            <a:endParaRPr lang="en-US"/>
          </a:p>
        </p:txBody>
      </p:sp>
      <p:pic>
        <p:nvPicPr>
          <p:cNvPr id="2" name="Picture 1">
            <a:extLst>
              <a:ext uri="{FF2B5EF4-FFF2-40B4-BE49-F238E27FC236}">
                <a16:creationId xmlns:a16="http://schemas.microsoft.com/office/drawing/2014/main" id="{B725A748-F6F8-8E49-23E0-21B7BA041E68}"/>
              </a:ext>
            </a:extLst>
          </p:cNvPr>
          <p:cNvPicPr>
            <a:picLocks noChangeAspect="1"/>
          </p:cNvPicPr>
          <p:nvPr/>
        </p:nvPicPr>
        <p:blipFill>
          <a:blip r:embed="rId2"/>
          <a:stretch>
            <a:fillRect/>
          </a:stretch>
        </p:blipFill>
        <p:spPr>
          <a:xfrm>
            <a:off x="1095452" y="1613382"/>
            <a:ext cx="21615323" cy="10942044"/>
          </a:xfrm>
          <a:prstGeom prst="rect">
            <a:avLst/>
          </a:prstGeom>
        </p:spPr>
      </p:pic>
    </p:spTree>
    <p:extLst>
      <p:ext uri="{BB962C8B-B14F-4D97-AF65-F5344CB8AC3E}">
        <p14:creationId xmlns:p14="http://schemas.microsoft.com/office/powerpoint/2010/main" val="27298678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D0FE5-7FF9-D5C9-21F8-7F5C1C4731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746669-4372-AA44-72C7-BE1C853B7CD3}"/>
              </a:ext>
            </a:extLst>
          </p:cNvPr>
          <p:cNvSpPr txBox="1"/>
          <p:nvPr/>
        </p:nvSpPr>
        <p:spPr>
          <a:xfrm>
            <a:off x="540786" y="2161327"/>
            <a:ext cx="24163662" cy="101874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400" b="1" i="1">
                <a:latin typeface="Arial"/>
                <a:ea typeface="Calibri"/>
                <a:cs typeface="Calibri"/>
              </a:rPr>
              <a:t>Books/Index — Catalog</a:t>
            </a:r>
            <a:endParaRPr lang="en-PH" sz="4400">
              <a:solidFill>
                <a:srgbClr val="000000"/>
              </a:solidFill>
              <a:latin typeface="Arial"/>
              <a:ea typeface="Calibri"/>
              <a:cs typeface="Arial"/>
            </a:endParaRPr>
          </a:p>
          <a:p>
            <a:r>
              <a:rPr lang="en-PH" sz="4400">
                <a:solidFill>
                  <a:srgbClr val="000000"/>
                </a:solidFill>
                <a:latin typeface="Arial"/>
                <a:ea typeface="Calibri"/>
                <a:cs typeface="Arial"/>
              </a:rPr>
              <a:t> </a:t>
            </a:r>
            <a:r>
              <a:rPr lang="en-PH" sz="4400" b="1">
                <a:solidFill>
                  <a:srgbClr val="000000"/>
                </a:solidFill>
                <a:latin typeface="Arial"/>
                <a:ea typeface="Calibri"/>
                <a:cs typeface="Arial"/>
              </a:rPr>
              <a:t>Field: </a:t>
            </a:r>
            <a:r>
              <a:rPr lang="en-PH" sz="4400" b="1">
                <a:solidFill>
                  <a:srgbClr val="000000"/>
                </a:solidFill>
                <a:ea typeface="Calibri"/>
                <a:cs typeface="+mn-lt"/>
              </a:rPr>
              <a:t>Navigation bar</a:t>
            </a:r>
            <a:endParaRPr lang="en-PH" sz="4400" b="1"/>
          </a:p>
          <a:p>
            <a:r>
              <a:rPr lang="en-PH" sz="4400">
                <a:solidFill>
                  <a:srgbClr val="000000"/>
                </a:solidFill>
                <a:latin typeface="Arial"/>
                <a:ea typeface="Calibri"/>
                <a:cs typeface="Arial"/>
              </a:rPr>
              <a:t>  Logic: Role-based menu display</a:t>
            </a:r>
          </a:p>
          <a:p>
            <a:r>
              <a:rPr lang="en-PH" sz="4400">
                <a:solidFill>
                  <a:srgbClr val="000000"/>
                </a:solidFill>
                <a:latin typeface="Arial"/>
                <a:ea typeface="Calibri"/>
                <a:cs typeface="Arial"/>
              </a:rPr>
              <a:t>    If Member: Show "Browse Books", "My Borrowing", "Request a Book", "My Fines"</a:t>
            </a:r>
          </a:p>
          <a:p>
            <a:r>
              <a:rPr lang="en-PH" sz="4400">
                <a:solidFill>
                  <a:srgbClr val="000000"/>
                </a:solidFill>
                <a:latin typeface="Arial"/>
                <a:ea typeface="Calibri"/>
                <a:cs typeface="Arial"/>
              </a:rPr>
              <a:t>    If </a:t>
            </a:r>
            <a:r>
              <a:rPr lang="en-PH" sz="4400">
                <a:ea typeface="Calibri"/>
                <a:cs typeface="+mn-lt"/>
              </a:rPr>
              <a:t>Admin</a:t>
            </a:r>
            <a:r>
              <a:rPr lang="en-PH" sz="4400">
                <a:solidFill>
                  <a:srgbClr val="000000"/>
                </a:solidFill>
                <a:latin typeface="Arial"/>
                <a:ea typeface="Calibri"/>
                <a:cs typeface="Arial"/>
              </a:rPr>
              <a:t>: </a:t>
            </a:r>
            <a:r>
              <a:rPr lang="en-PH" sz="4400">
                <a:ea typeface="Calibri"/>
                <a:cs typeface="+mn-lt"/>
              </a:rPr>
              <a:t>Show </a:t>
            </a:r>
            <a:r>
              <a:rPr lang="en-PH" sz="4400">
                <a:solidFill>
                  <a:srgbClr val="000000"/>
                </a:solidFill>
                <a:latin typeface="Arial"/>
                <a:ea typeface="Calibri"/>
                <a:cs typeface="Arial"/>
              </a:rPr>
              <a:t>"</a:t>
            </a:r>
            <a:r>
              <a:rPr lang="en-PH" sz="4400">
                <a:ea typeface="Calibri"/>
                <a:cs typeface="+mn-lt"/>
              </a:rPr>
              <a:t>Admin Panel" button</a:t>
            </a:r>
            <a:endParaRPr lang="en-PH"/>
          </a:p>
          <a:p>
            <a:r>
              <a:rPr lang="en-PH" sz="4400">
                <a:ea typeface="Calibri"/>
                <a:cs typeface="+mn-lt"/>
              </a:rPr>
              <a:t>    Action: Click menu item</a:t>
            </a:r>
            <a:endParaRPr lang="en-PH" sz="4400"/>
          </a:p>
          <a:p>
            <a:r>
              <a:rPr lang="en-PH" sz="4400">
                <a:ea typeface="Calibri"/>
                <a:cs typeface="+mn-lt"/>
              </a:rPr>
              <a:t>   Action Logic: Navigate to respective page</a:t>
            </a:r>
          </a:p>
          <a:p>
            <a:endParaRPr lang="en-PH" sz="1600">
              <a:ea typeface="Calibri"/>
              <a:cs typeface="Arial"/>
            </a:endParaRPr>
          </a:p>
          <a:p>
            <a:r>
              <a:rPr lang="en-PH" sz="4400" b="1">
                <a:ea typeface="Calibri"/>
                <a:cs typeface="+mn-lt"/>
              </a:rPr>
              <a:t> Field: Notification bell</a:t>
            </a:r>
            <a:endParaRPr lang="en-PH" sz="4400">
              <a:ea typeface="+mn-lt"/>
              <a:cs typeface="+mn-lt"/>
            </a:endParaRPr>
          </a:p>
          <a:p>
            <a:r>
              <a:rPr lang="en-PH" sz="4400">
                <a:ea typeface="Calibri"/>
                <a:cs typeface="+mn-lt"/>
              </a:rPr>
              <a:t>  Logic: Display unread count; dropdown panel</a:t>
            </a:r>
            <a:endParaRPr lang="en-PH" sz="4400"/>
          </a:p>
          <a:p>
            <a:r>
              <a:rPr lang="en-PH" sz="4400">
                <a:ea typeface="Calibri"/>
                <a:cs typeface="+mn-lt"/>
              </a:rPr>
              <a:t>    Display: Badge with unread notification count</a:t>
            </a:r>
          </a:p>
          <a:p>
            <a:r>
              <a:rPr lang="en-PH" sz="4400">
                <a:ea typeface="Calibri"/>
                <a:cs typeface="+mn-lt"/>
              </a:rPr>
              <a:t>    Action: Click bell icon</a:t>
            </a:r>
          </a:p>
          <a:p>
            <a:r>
              <a:rPr lang="en-PH" sz="4400">
                <a:ea typeface="Calibri"/>
                <a:cs typeface="+mn-lt"/>
              </a:rPr>
              <a:t>     Action Logic: JavaScript </a:t>
            </a:r>
            <a:r>
              <a:rPr lang="en-PH" sz="4400" err="1">
                <a:ea typeface="Calibri"/>
                <a:cs typeface="+mn-lt"/>
              </a:rPr>
              <a:t>toggleNotifications</a:t>
            </a:r>
            <a:r>
              <a:rPr lang="en-PH" sz="4400">
                <a:ea typeface="Calibri"/>
                <a:cs typeface="+mn-lt"/>
              </a:rPr>
              <a:t>(); Toggle dropdown visibility</a:t>
            </a:r>
          </a:p>
          <a:p>
            <a:r>
              <a:rPr lang="en-PH" sz="4400">
                <a:ea typeface="+mn-lt"/>
                <a:cs typeface="+mn-lt"/>
              </a:rPr>
              <a:t>    Action: Click outside dropdown</a:t>
            </a:r>
            <a:endParaRPr lang="en-PH"/>
          </a:p>
          <a:p>
            <a:r>
              <a:rPr lang="en-PH" sz="4400">
                <a:ea typeface="+mn-lt"/>
                <a:cs typeface="+mn-lt"/>
              </a:rPr>
              <a:t>   Action Logic: Close dropdown</a:t>
            </a:r>
            <a:endParaRPr lang="en-PH"/>
          </a:p>
          <a:p>
            <a:endParaRPr lang="en-PH" sz="2400">
              <a:cs typeface="Arial"/>
            </a:endParaRPr>
          </a:p>
        </p:txBody>
      </p:sp>
      <p:sp>
        <p:nvSpPr>
          <p:cNvPr id="6" name="Text Placeholder 5">
            <a:extLst>
              <a:ext uri="{FF2B5EF4-FFF2-40B4-BE49-F238E27FC236}">
                <a16:creationId xmlns:a16="http://schemas.microsoft.com/office/drawing/2014/main" id="{1408E140-DA9D-5CFC-9F29-DB8C96520858}"/>
              </a:ext>
            </a:extLst>
          </p:cNvPr>
          <p:cNvSpPr>
            <a:spLocks noGrp="1"/>
          </p:cNvSpPr>
          <p:nvPr>
            <p:ph type="body" sz="quarter" idx="13"/>
          </p:nvPr>
        </p:nvSpPr>
        <p:spPr/>
        <p:txBody>
          <a:bodyPr/>
          <a:lstStyle/>
          <a:p>
            <a:r>
              <a:rPr lang="en-PH">
                <a:latin typeface="Impact"/>
              </a:rPr>
              <a:t>4.0 </a:t>
            </a:r>
            <a:r>
              <a:rPr lang="en-PH" i="1">
                <a:latin typeface="Impact"/>
              </a:rPr>
              <a:t>Books – Catalog Page Logic</a:t>
            </a:r>
            <a:endParaRPr lang="en-US" err="1"/>
          </a:p>
        </p:txBody>
      </p:sp>
    </p:spTree>
    <p:extLst>
      <p:ext uri="{BB962C8B-B14F-4D97-AF65-F5344CB8AC3E}">
        <p14:creationId xmlns:p14="http://schemas.microsoft.com/office/powerpoint/2010/main" val="901433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945ED-942E-6BB0-1983-372763C845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EE6E87-0AC3-3A23-AC58-1F3C1165FD9B}"/>
              </a:ext>
            </a:extLst>
          </p:cNvPr>
          <p:cNvSpPr txBox="1"/>
          <p:nvPr/>
        </p:nvSpPr>
        <p:spPr>
          <a:xfrm>
            <a:off x="540786" y="2161327"/>
            <a:ext cx="24163662" cy="110491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400" b="1" i="1">
                <a:latin typeface="Arial"/>
                <a:ea typeface="Calibri"/>
                <a:cs typeface="Calibri"/>
              </a:rPr>
              <a:t>Books/</a:t>
            </a:r>
            <a:r>
              <a:rPr lang="en-PH" sz="4400" b="1" i="1">
                <a:solidFill>
                  <a:srgbClr val="000000"/>
                </a:solidFill>
                <a:latin typeface="Arial"/>
                <a:ea typeface="Calibri"/>
                <a:cs typeface="Calibri"/>
              </a:rPr>
              <a:t>Index — Catalog</a:t>
            </a:r>
            <a:endParaRPr lang="en-PH" sz="4400">
              <a:solidFill>
                <a:srgbClr val="000000"/>
              </a:solidFill>
              <a:latin typeface="Arial"/>
              <a:ea typeface="Calibri"/>
              <a:cs typeface="Arial"/>
            </a:endParaRPr>
          </a:p>
          <a:p>
            <a:r>
              <a:rPr lang="en-PH" sz="4400">
                <a:solidFill>
                  <a:srgbClr val="000000"/>
                </a:solidFill>
                <a:latin typeface="Arial"/>
                <a:ea typeface="Calibri"/>
                <a:cs typeface="Arial"/>
              </a:rPr>
              <a:t> </a:t>
            </a:r>
            <a:r>
              <a:rPr lang="en-PH" sz="4400" b="1">
                <a:solidFill>
                  <a:srgbClr val="000000"/>
                </a:solidFill>
                <a:latin typeface="Arial"/>
                <a:ea typeface="Calibri"/>
                <a:cs typeface="Arial"/>
              </a:rPr>
              <a:t>Field: </a:t>
            </a:r>
            <a:r>
              <a:rPr lang="en-PH" sz="4400" b="1">
                <a:solidFill>
                  <a:srgbClr val="000000"/>
                </a:solidFill>
                <a:ea typeface="Calibri"/>
                <a:cs typeface="+mn-lt"/>
              </a:rPr>
              <a:t>Notification dropdown</a:t>
            </a:r>
            <a:endParaRPr lang="en-PH" sz="4400" b="1"/>
          </a:p>
          <a:p>
            <a:r>
              <a:rPr lang="en-PH" sz="4400">
                <a:solidFill>
                  <a:srgbClr val="000000"/>
                </a:solidFill>
                <a:latin typeface="Arial"/>
                <a:ea typeface="Calibri"/>
                <a:cs typeface="Arial"/>
              </a:rPr>
              <a:t>  Logic: Show recent notifications (top 5)</a:t>
            </a:r>
          </a:p>
          <a:p>
            <a:r>
              <a:rPr lang="en-PH" sz="4400">
                <a:solidFill>
                  <a:srgbClr val="000000"/>
                </a:solidFill>
                <a:latin typeface="Arial"/>
                <a:ea typeface="Calibri"/>
                <a:cs typeface="Arial"/>
              </a:rPr>
              <a:t>    Display: Tabs (View all, Due date, Request, System Alerts) with badges</a:t>
            </a:r>
          </a:p>
          <a:p>
            <a:r>
              <a:rPr lang="en-PH" sz="4400">
                <a:solidFill>
                  <a:srgbClr val="000000"/>
                </a:solidFill>
                <a:latin typeface="Arial"/>
                <a:ea typeface="Calibri"/>
                <a:cs typeface="Arial"/>
              </a:rPr>
              <a:t>    Action: </a:t>
            </a:r>
            <a:r>
              <a:rPr lang="en-PH" sz="4400">
                <a:ea typeface="Calibri"/>
                <a:cs typeface="+mn-lt"/>
              </a:rPr>
              <a:t>Click tab</a:t>
            </a:r>
            <a:endParaRPr lang="en-PH"/>
          </a:p>
          <a:p>
            <a:r>
              <a:rPr lang="en-PH" sz="4400">
                <a:ea typeface="Calibri"/>
                <a:cs typeface="+mn-lt"/>
              </a:rPr>
              <a:t>   Action Logic: JavaScript </a:t>
            </a:r>
            <a:r>
              <a:rPr lang="en-PH" sz="4400" err="1">
                <a:ea typeface="Calibri"/>
                <a:cs typeface="+mn-lt"/>
              </a:rPr>
              <a:t>switchTab</a:t>
            </a:r>
            <a:r>
              <a:rPr lang="en-PH" sz="4400">
                <a:ea typeface="Calibri"/>
                <a:cs typeface="+mn-lt"/>
              </a:rPr>
              <a:t>(event, </a:t>
            </a:r>
            <a:r>
              <a:rPr lang="en-PH" sz="4400" err="1">
                <a:ea typeface="Calibri"/>
                <a:cs typeface="+mn-lt"/>
              </a:rPr>
              <a:t>tabName</a:t>
            </a:r>
            <a:r>
              <a:rPr lang="en-PH" sz="4400">
                <a:ea typeface="Calibri"/>
                <a:cs typeface="+mn-lt"/>
              </a:rPr>
              <a:t>); Filter notifications by type</a:t>
            </a:r>
          </a:p>
          <a:p>
            <a:r>
              <a:rPr lang="en-PH" sz="4400">
                <a:ea typeface="Calibri"/>
                <a:cs typeface="+mn-lt"/>
              </a:rPr>
              <a:t>    Action: Click notification card</a:t>
            </a:r>
            <a:endParaRPr lang="en-PH" sz="4400"/>
          </a:p>
          <a:p>
            <a:r>
              <a:rPr lang="en-PH" sz="4400">
                <a:ea typeface="Calibri"/>
                <a:cs typeface="+mn-lt"/>
              </a:rPr>
              <a:t>   Action Logic: JavaScript </a:t>
            </a:r>
            <a:r>
              <a:rPr lang="en-PH" sz="4400" err="1">
                <a:ea typeface="Calibri"/>
                <a:cs typeface="+mn-lt"/>
              </a:rPr>
              <a:t>openNotificationModal</a:t>
            </a:r>
            <a:r>
              <a:rPr lang="en-PH" sz="4400">
                <a:ea typeface="Calibri"/>
                <a:cs typeface="+mn-lt"/>
              </a:rPr>
              <a:t>(); Display in modal; Mark as read option</a:t>
            </a:r>
          </a:p>
          <a:p>
            <a:r>
              <a:rPr lang="en-PH" sz="4400">
                <a:ea typeface="Calibri"/>
                <a:cs typeface="Arial"/>
              </a:rPr>
              <a:t>    Action: Click "Mark All as Read"</a:t>
            </a:r>
          </a:p>
          <a:p>
            <a:r>
              <a:rPr lang="en-PH" sz="4400">
                <a:ea typeface="Calibri"/>
                <a:cs typeface="Arial"/>
              </a:rPr>
              <a:t>   Action Logic: Navigate to /Notifications/</a:t>
            </a:r>
            <a:r>
              <a:rPr lang="en-PH" sz="4400" err="1">
                <a:ea typeface="Calibri"/>
                <a:cs typeface="Arial"/>
              </a:rPr>
              <a:t>MarkAllRead?memberId</a:t>
            </a:r>
            <a:r>
              <a:rPr lang="en-PH" sz="4400">
                <a:ea typeface="Calibri"/>
                <a:cs typeface="Arial"/>
              </a:rPr>
              <a:t>={id}&amp;</a:t>
            </a:r>
            <a:r>
              <a:rPr lang="en-PH" sz="4400" err="1">
                <a:ea typeface="Calibri"/>
                <a:cs typeface="Arial"/>
              </a:rPr>
              <a:t>returnUrl</a:t>
            </a:r>
            <a:r>
              <a:rPr lang="en-PH" sz="4400">
                <a:ea typeface="Calibri"/>
                <a:cs typeface="Arial"/>
              </a:rPr>
              <a:t>={current}</a:t>
            </a:r>
          </a:p>
          <a:p>
            <a:r>
              <a:rPr lang="en-PH" sz="4400">
                <a:ea typeface="Calibri"/>
                <a:cs typeface="Arial"/>
              </a:rPr>
              <a:t>    Action: Click "View All Notifications"</a:t>
            </a:r>
          </a:p>
          <a:p>
            <a:r>
              <a:rPr lang="en-PH" sz="4400">
                <a:ea typeface="Calibri"/>
                <a:cs typeface="Arial"/>
              </a:rPr>
              <a:t>   Action Logic: Navigate to /Notifications/Index  </a:t>
            </a:r>
            <a:endParaRPr lang="en-PH"/>
          </a:p>
          <a:p>
            <a:endParaRPr lang="en-PH" sz="1600">
              <a:ea typeface="Calibri"/>
              <a:cs typeface="+mn-lt"/>
            </a:endParaRPr>
          </a:p>
          <a:p>
            <a:r>
              <a:rPr lang="en-PH" sz="4400" b="1">
                <a:ea typeface="Calibri"/>
                <a:cs typeface="+mn-lt"/>
              </a:rPr>
              <a:t> Field: Featured book section</a:t>
            </a:r>
            <a:endParaRPr lang="en-PH" sz="4400" b="1">
              <a:ea typeface="+mn-lt"/>
              <a:cs typeface="+mn-lt"/>
            </a:endParaRPr>
          </a:p>
          <a:p>
            <a:r>
              <a:rPr lang="en-PH" sz="4400">
                <a:ea typeface="Calibri"/>
                <a:cs typeface="+mn-lt"/>
              </a:rPr>
              <a:t>  Logic: Display hero book with large cover</a:t>
            </a:r>
            <a:endParaRPr lang="en-PH" sz="4400"/>
          </a:p>
          <a:p>
            <a:r>
              <a:rPr lang="en-PH" sz="4400">
                <a:ea typeface="Calibri"/>
                <a:cs typeface="+mn-lt"/>
              </a:rPr>
              <a:t>    Display: Featured</a:t>
            </a:r>
            <a:r>
              <a:rPr lang="en-PH" sz="4400">
                <a:ea typeface="+mn-lt"/>
                <a:cs typeface="+mn-lt"/>
              </a:rPr>
              <a:t> book cover (300x450px), title, author, description snippet</a:t>
            </a:r>
            <a:endParaRPr lang="en-PH" sz="4400">
              <a:cs typeface="Arial"/>
            </a:endParaRPr>
          </a:p>
          <a:p>
            <a:endParaRPr lang="en-PH">
              <a:cs typeface="Arial"/>
            </a:endParaRPr>
          </a:p>
        </p:txBody>
      </p:sp>
      <p:sp>
        <p:nvSpPr>
          <p:cNvPr id="6" name="Text Placeholder 5">
            <a:extLst>
              <a:ext uri="{FF2B5EF4-FFF2-40B4-BE49-F238E27FC236}">
                <a16:creationId xmlns:a16="http://schemas.microsoft.com/office/drawing/2014/main" id="{013E425C-178A-D528-DA63-46769D5A39FB}"/>
              </a:ext>
            </a:extLst>
          </p:cNvPr>
          <p:cNvSpPr>
            <a:spLocks noGrp="1"/>
          </p:cNvSpPr>
          <p:nvPr>
            <p:ph type="body" sz="quarter" idx="13"/>
          </p:nvPr>
        </p:nvSpPr>
        <p:spPr/>
        <p:txBody>
          <a:bodyPr/>
          <a:lstStyle/>
          <a:p>
            <a:r>
              <a:rPr lang="en-PH">
                <a:latin typeface="Impact"/>
              </a:rPr>
              <a:t>4.0 </a:t>
            </a:r>
            <a:r>
              <a:rPr lang="en-PH" i="1">
                <a:latin typeface="Impact"/>
              </a:rPr>
              <a:t>Books – Catalog Page Logic</a:t>
            </a:r>
            <a:endParaRPr lang="en-US"/>
          </a:p>
        </p:txBody>
      </p:sp>
    </p:spTree>
    <p:extLst>
      <p:ext uri="{BB962C8B-B14F-4D97-AF65-F5344CB8AC3E}">
        <p14:creationId xmlns:p14="http://schemas.microsoft.com/office/powerpoint/2010/main" val="16352544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5216-E78D-BF72-FDD5-6001EDF5B6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AD74B3-5C6B-9ACB-2EE2-98A9AD8266A4}"/>
              </a:ext>
            </a:extLst>
          </p:cNvPr>
          <p:cNvSpPr txBox="1"/>
          <p:nvPr/>
        </p:nvSpPr>
        <p:spPr>
          <a:xfrm>
            <a:off x="540786" y="1724484"/>
            <a:ext cx="24163662" cy="121263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400" b="1" i="1">
                <a:latin typeface="Arial"/>
                <a:ea typeface="Calibri"/>
                <a:cs typeface="Calibri"/>
              </a:rPr>
              <a:t>Books/</a:t>
            </a:r>
            <a:r>
              <a:rPr lang="en-PH" sz="4400" b="1" i="1">
                <a:solidFill>
                  <a:srgbClr val="000000"/>
                </a:solidFill>
                <a:latin typeface="Arial"/>
                <a:ea typeface="Calibri"/>
                <a:cs typeface="Calibri"/>
              </a:rPr>
              <a:t>Index — Catalog</a:t>
            </a:r>
            <a:endParaRPr lang="en-PH" sz="4400">
              <a:solidFill>
                <a:srgbClr val="000000"/>
              </a:solidFill>
              <a:latin typeface="Arial"/>
              <a:ea typeface="Calibri"/>
              <a:cs typeface="Arial"/>
            </a:endParaRPr>
          </a:p>
          <a:p>
            <a:r>
              <a:rPr lang="en-PH" sz="4400">
                <a:solidFill>
                  <a:srgbClr val="000000"/>
                </a:solidFill>
                <a:latin typeface="Arial"/>
                <a:ea typeface="Calibri"/>
                <a:cs typeface="Arial"/>
              </a:rPr>
              <a:t> </a:t>
            </a:r>
            <a:r>
              <a:rPr lang="en-PH" sz="4400" b="1">
                <a:solidFill>
                  <a:srgbClr val="000000"/>
                </a:solidFill>
                <a:latin typeface="Arial"/>
                <a:ea typeface="Calibri"/>
                <a:cs typeface="Arial"/>
              </a:rPr>
              <a:t>Field: </a:t>
            </a:r>
            <a:r>
              <a:rPr lang="en-PH" sz="4400" b="1">
                <a:solidFill>
                  <a:srgbClr val="000000"/>
                </a:solidFill>
                <a:ea typeface="Calibri"/>
                <a:cs typeface="+mn-lt"/>
              </a:rPr>
              <a:t>Search bar</a:t>
            </a:r>
            <a:endParaRPr lang="en-PH" sz="4400" b="1"/>
          </a:p>
          <a:p>
            <a:r>
              <a:rPr lang="en-PH" sz="4400">
                <a:solidFill>
                  <a:srgbClr val="000000"/>
                </a:solidFill>
                <a:latin typeface="Arial"/>
                <a:ea typeface="Calibri"/>
                <a:cs typeface="Arial"/>
              </a:rPr>
              <a:t>  Logic: Search books by multiple criteria</a:t>
            </a:r>
          </a:p>
          <a:p>
            <a:r>
              <a:rPr lang="en-PH" sz="4400">
                <a:solidFill>
                  <a:srgbClr val="000000"/>
                </a:solidFill>
                <a:latin typeface="Arial"/>
                <a:ea typeface="Calibri"/>
                <a:cs typeface="Arial"/>
              </a:rPr>
              <a:t>    Action: </a:t>
            </a:r>
            <a:r>
              <a:rPr lang="en-PH" sz="4400">
                <a:ea typeface="Calibri"/>
                <a:cs typeface="+mn-lt"/>
              </a:rPr>
              <a:t>Enter search term; Click "Search"</a:t>
            </a:r>
            <a:endParaRPr lang="en-PH" sz="4400">
              <a:cs typeface="Arial"/>
            </a:endParaRPr>
          </a:p>
          <a:p>
            <a:r>
              <a:rPr lang="en-PH" sz="4400">
                <a:ea typeface="Calibri"/>
                <a:cs typeface="+mn-lt"/>
              </a:rPr>
              <a:t>   Action Logic: Submit form (GET); Reload page with </a:t>
            </a:r>
            <a:r>
              <a:rPr lang="en-PH" sz="4400" err="1">
                <a:ea typeface="Calibri"/>
                <a:cs typeface="+mn-lt"/>
              </a:rPr>
              <a:t>searchTerm</a:t>
            </a:r>
            <a:r>
              <a:rPr lang="en-PH" sz="4400">
                <a:ea typeface="Calibri"/>
                <a:cs typeface="+mn-lt"/>
              </a:rPr>
              <a:t> parameter</a:t>
            </a:r>
            <a:endParaRPr lang="en-PH"/>
          </a:p>
          <a:p>
            <a:r>
              <a:rPr lang="en-PH" sz="4400">
                <a:ea typeface="Calibri"/>
                <a:cs typeface="+mn-lt"/>
              </a:rPr>
              <a:t>    Call </a:t>
            </a:r>
            <a:r>
              <a:rPr lang="en-PH" sz="4400" err="1">
                <a:ea typeface="Calibri"/>
                <a:cs typeface="+mn-lt"/>
              </a:rPr>
              <a:t>IBookService.SearchBooks</a:t>
            </a:r>
            <a:r>
              <a:rPr lang="en-PH" sz="4400">
                <a:ea typeface="Calibri"/>
                <a:cs typeface="+mn-lt"/>
              </a:rPr>
              <a:t>(</a:t>
            </a:r>
            <a:r>
              <a:rPr lang="en-PH" sz="4400" err="1">
                <a:ea typeface="Calibri"/>
                <a:cs typeface="+mn-lt"/>
              </a:rPr>
              <a:t>searchTerm</a:t>
            </a:r>
            <a:r>
              <a:rPr lang="en-PH" sz="4400">
                <a:ea typeface="Calibri"/>
                <a:cs typeface="+mn-lt"/>
              </a:rPr>
              <a:t>)</a:t>
            </a:r>
          </a:p>
          <a:p>
            <a:r>
              <a:rPr lang="en-PH" sz="4400">
                <a:ea typeface="Calibri"/>
                <a:cs typeface="+mn-lt"/>
              </a:rPr>
              <a:t>    Search in: </a:t>
            </a:r>
            <a:r>
              <a:rPr lang="en-PH" sz="4400" err="1">
                <a:ea typeface="Calibri"/>
                <a:cs typeface="+mn-lt"/>
              </a:rPr>
              <a:t>BookTitle</a:t>
            </a:r>
            <a:r>
              <a:rPr lang="en-PH" sz="4400">
                <a:ea typeface="Calibri"/>
                <a:cs typeface="+mn-lt"/>
              </a:rPr>
              <a:t>, </a:t>
            </a:r>
            <a:r>
              <a:rPr lang="en-PH" sz="4400" err="1">
                <a:ea typeface="Calibri"/>
                <a:cs typeface="+mn-lt"/>
              </a:rPr>
              <a:t>Author.FirstName</a:t>
            </a:r>
            <a:r>
              <a:rPr lang="en-PH" sz="4400">
                <a:ea typeface="Calibri"/>
                <a:cs typeface="+mn-lt"/>
              </a:rPr>
              <a:t>, </a:t>
            </a:r>
            <a:r>
              <a:rPr lang="en-PH" sz="4400" err="1">
                <a:ea typeface="Calibri"/>
                <a:cs typeface="+mn-lt"/>
              </a:rPr>
              <a:t>Author.LastName</a:t>
            </a:r>
            <a:r>
              <a:rPr lang="en-PH" sz="4400">
                <a:ea typeface="Calibri"/>
                <a:cs typeface="+mn-lt"/>
              </a:rPr>
              <a:t>, </a:t>
            </a:r>
            <a:r>
              <a:rPr lang="en-PH" sz="4400" err="1">
                <a:ea typeface="Calibri"/>
                <a:cs typeface="+mn-lt"/>
              </a:rPr>
              <a:t>Category.Name</a:t>
            </a:r>
            <a:r>
              <a:rPr lang="en-PH" sz="4400">
                <a:ea typeface="Calibri"/>
                <a:cs typeface="+mn-lt"/>
              </a:rPr>
              <a:t>, </a:t>
            </a:r>
            <a:r>
              <a:rPr lang="en-PH" sz="4400" err="1">
                <a:ea typeface="Calibri"/>
                <a:cs typeface="+mn-lt"/>
              </a:rPr>
              <a:t>Genre.Name</a:t>
            </a:r>
            <a:r>
              <a:rPr lang="en-PH" sz="4400">
                <a:ea typeface="Calibri"/>
                <a:cs typeface="+mn-lt"/>
              </a:rPr>
              <a:t>, ISBN</a:t>
            </a:r>
          </a:p>
          <a:p>
            <a:r>
              <a:rPr lang="en-PH" sz="4400">
                <a:ea typeface="Calibri"/>
                <a:cs typeface="+mn-lt"/>
              </a:rPr>
              <a:t>    Display filtered results</a:t>
            </a:r>
            <a:endParaRPr lang="en-PH"/>
          </a:p>
          <a:p>
            <a:endParaRPr lang="en-PH" sz="1600">
              <a:ea typeface="Calibri"/>
              <a:cs typeface="+mn-lt"/>
            </a:endParaRPr>
          </a:p>
          <a:p>
            <a:r>
              <a:rPr lang="en-PH" sz="4400" b="1">
                <a:ea typeface="Calibri"/>
                <a:cs typeface="+mn-lt"/>
              </a:rPr>
              <a:t> Field: Navigation tabs</a:t>
            </a:r>
            <a:endParaRPr lang="en-PH" sz="4400" b="1">
              <a:ea typeface="+mn-lt"/>
              <a:cs typeface="+mn-lt"/>
            </a:endParaRPr>
          </a:p>
          <a:p>
            <a:r>
              <a:rPr lang="en-PH" sz="4400">
                <a:ea typeface="Calibri"/>
                <a:cs typeface="+mn-lt"/>
              </a:rPr>
              <a:t>  Logic: Filter book display</a:t>
            </a:r>
            <a:endParaRPr lang="en-PH" sz="4400"/>
          </a:p>
          <a:p>
            <a:r>
              <a:rPr lang="en-PH" sz="4400">
                <a:ea typeface="Calibri"/>
                <a:cs typeface="+mn-lt"/>
              </a:rPr>
              <a:t>    </a:t>
            </a:r>
            <a:r>
              <a:rPr lang="en-PH" sz="4400">
                <a:ea typeface="+mn-lt"/>
                <a:cs typeface="+mn-lt"/>
              </a:rPr>
              <a:t>Tabs: "Home" (default), "New arrivals", "Popular"</a:t>
            </a:r>
            <a:endParaRPr lang="en-PH"/>
          </a:p>
          <a:p>
            <a:r>
              <a:rPr lang="en-PH" sz="4400">
                <a:ea typeface="+mn-lt"/>
                <a:cs typeface="+mn-lt"/>
              </a:rPr>
              <a:t>    Action: Click tab</a:t>
            </a:r>
            <a:endParaRPr lang="en-PH"/>
          </a:p>
          <a:p>
            <a:r>
              <a:rPr lang="en-PH" sz="4400">
                <a:ea typeface="+mn-lt"/>
                <a:cs typeface="+mn-lt"/>
              </a:rPr>
              <a:t>   Action Logic: Navigate with filter parameter</a:t>
            </a:r>
            <a:endParaRPr lang="en-PH"/>
          </a:p>
          <a:p>
            <a:r>
              <a:rPr lang="en-PH" sz="4400">
                <a:ea typeface="+mn-lt"/>
                <a:cs typeface="+mn-lt"/>
              </a:rPr>
              <a:t>    "Home" → /Books/</a:t>
            </a:r>
            <a:r>
              <a:rPr lang="en-PH" sz="4400" err="1">
                <a:ea typeface="+mn-lt"/>
                <a:cs typeface="+mn-lt"/>
              </a:rPr>
              <a:t>Index?filter</a:t>
            </a:r>
            <a:r>
              <a:rPr lang="en-PH" sz="4400">
                <a:ea typeface="+mn-lt"/>
                <a:cs typeface="+mn-lt"/>
              </a:rPr>
              <a:t>=home (24 books)</a:t>
            </a:r>
            <a:endParaRPr lang="en-PH"/>
          </a:p>
          <a:p>
            <a:r>
              <a:rPr lang="en-PH" sz="4400">
                <a:ea typeface="+mn-lt"/>
                <a:cs typeface="+mn-lt"/>
              </a:rPr>
              <a:t>    "New arrivals" → /Books/</a:t>
            </a:r>
            <a:r>
              <a:rPr lang="en-PH" sz="4400" err="1">
                <a:ea typeface="+mn-lt"/>
                <a:cs typeface="+mn-lt"/>
              </a:rPr>
              <a:t>Index?filter</a:t>
            </a:r>
            <a:r>
              <a:rPr lang="en-PH" sz="4400">
                <a:ea typeface="+mn-lt"/>
                <a:cs typeface="+mn-lt"/>
              </a:rPr>
              <a:t>=new (12 newest books)</a:t>
            </a:r>
            <a:endParaRPr lang="en-PH"/>
          </a:p>
          <a:p>
            <a:r>
              <a:rPr lang="en-PH" sz="4400">
                <a:ea typeface="+mn-lt"/>
                <a:cs typeface="+mn-lt"/>
              </a:rPr>
              <a:t>    "Popular" → /Books/</a:t>
            </a:r>
            <a:r>
              <a:rPr lang="en-PH" sz="4400" err="1">
                <a:ea typeface="+mn-lt"/>
                <a:cs typeface="+mn-lt"/>
              </a:rPr>
              <a:t>Index?filter</a:t>
            </a:r>
            <a:r>
              <a:rPr lang="en-PH" sz="4400">
                <a:ea typeface="+mn-lt"/>
                <a:cs typeface="+mn-lt"/>
              </a:rPr>
              <a:t>=popular (12 books ordered by ID)</a:t>
            </a:r>
            <a:endParaRPr lang="en-PH"/>
          </a:p>
          <a:p>
            <a:endParaRPr lang="en-PH">
              <a:cs typeface="Arial"/>
            </a:endParaRPr>
          </a:p>
        </p:txBody>
      </p:sp>
      <p:sp>
        <p:nvSpPr>
          <p:cNvPr id="6" name="Text Placeholder 5">
            <a:extLst>
              <a:ext uri="{FF2B5EF4-FFF2-40B4-BE49-F238E27FC236}">
                <a16:creationId xmlns:a16="http://schemas.microsoft.com/office/drawing/2014/main" id="{8153C7F6-E887-C8E5-9D19-35742128D08B}"/>
              </a:ext>
            </a:extLst>
          </p:cNvPr>
          <p:cNvSpPr>
            <a:spLocks noGrp="1"/>
          </p:cNvSpPr>
          <p:nvPr>
            <p:ph type="body" sz="quarter" idx="13"/>
          </p:nvPr>
        </p:nvSpPr>
        <p:spPr/>
        <p:txBody>
          <a:bodyPr/>
          <a:lstStyle/>
          <a:p>
            <a:r>
              <a:rPr lang="en-PH">
                <a:latin typeface="Impact"/>
              </a:rPr>
              <a:t>4.0 </a:t>
            </a:r>
            <a:r>
              <a:rPr lang="en-PH" i="1">
                <a:latin typeface="Impact"/>
              </a:rPr>
              <a:t>Books – Catalog Page Logic</a:t>
            </a:r>
            <a:endParaRPr lang="en-US"/>
          </a:p>
        </p:txBody>
      </p:sp>
    </p:spTree>
    <p:extLst>
      <p:ext uri="{BB962C8B-B14F-4D97-AF65-F5344CB8AC3E}">
        <p14:creationId xmlns:p14="http://schemas.microsoft.com/office/powerpoint/2010/main" val="9327360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2FA7A-8D44-08A8-496C-E2A34E0B81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5DEA3D-122D-9C25-348A-0B382524B6A9}"/>
              </a:ext>
            </a:extLst>
          </p:cNvPr>
          <p:cNvSpPr txBox="1"/>
          <p:nvPr/>
        </p:nvSpPr>
        <p:spPr>
          <a:xfrm>
            <a:off x="540786" y="2834793"/>
            <a:ext cx="24163662" cy="76944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Arial"/>
                <a:ea typeface="Calibri"/>
                <a:cs typeface="Calibri"/>
              </a:rPr>
              <a:t>Books/</a:t>
            </a:r>
            <a:r>
              <a:rPr lang="en-PH" sz="3600" b="1" i="1">
                <a:solidFill>
                  <a:srgbClr val="000000"/>
                </a:solidFill>
                <a:latin typeface="Arial"/>
                <a:ea typeface="Calibri"/>
                <a:cs typeface="Calibri"/>
              </a:rPr>
              <a:t>Index — Catalog</a:t>
            </a:r>
            <a:endParaRPr lang="en-PH" sz="3600">
              <a:solidFill>
                <a:srgbClr val="000000"/>
              </a:solidFill>
              <a:latin typeface="Arial"/>
              <a:ea typeface="Calibri"/>
              <a:cs typeface="Arial"/>
            </a:endParaRPr>
          </a:p>
          <a:p>
            <a:r>
              <a:rPr lang="en-PH" sz="3600">
                <a:solidFill>
                  <a:srgbClr val="000000"/>
                </a:solidFill>
                <a:latin typeface="Arial"/>
                <a:ea typeface="Calibri"/>
                <a:cs typeface="Arial"/>
              </a:rPr>
              <a:t> </a:t>
            </a:r>
            <a:r>
              <a:rPr lang="en-PH" sz="3600" b="1">
                <a:solidFill>
                  <a:srgbClr val="000000"/>
                </a:solidFill>
                <a:latin typeface="Arial"/>
                <a:ea typeface="Calibri"/>
                <a:cs typeface="Arial"/>
              </a:rPr>
              <a:t>Field: </a:t>
            </a:r>
            <a:r>
              <a:rPr lang="en-PH" sz="3600" b="1">
                <a:solidFill>
                  <a:srgbClr val="000000"/>
                </a:solidFill>
                <a:ea typeface="Calibri"/>
                <a:cs typeface="+mn-lt"/>
              </a:rPr>
              <a:t>Book cards grid</a:t>
            </a:r>
            <a:endParaRPr lang="en-PH" sz="3600" b="1"/>
          </a:p>
          <a:p>
            <a:r>
              <a:rPr lang="en-PH" sz="3600">
                <a:solidFill>
                  <a:srgbClr val="000000"/>
                </a:solidFill>
                <a:latin typeface="Arial"/>
                <a:ea typeface="Calibri"/>
                <a:cs typeface="Arial"/>
              </a:rPr>
              <a:t>  Logic: Display book collection</a:t>
            </a:r>
          </a:p>
          <a:p>
            <a:r>
              <a:rPr lang="en-PH" sz="3600">
                <a:solidFill>
                  <a:srgbClr val="000000"/>
                </a:solidFill>
                <a:latin typeface="Arial"/>
                <a:ea typeface="Calibri"/>
                <a:cs typeface="Arial"/>
              </a:rPr>
              <a:t>    Each</a:t>
            </a:r>
            <a:r>
              <a:rPr lang="en-PH" sz="3600">
                <a:ea typeface="Calibri"/>
                <a:cs typeface="+mn-lt"/>
              </a:rPr>
              <a:t> card: Cover image, title, author name (clickable)</a:t>
            </a:r>
          </a:p>
          <a:p>
            <a:r>
              <a:rPr lang="en-PH" sz="3600">
                <a:solidFill>
                  <a:srgbClr val="000000"/>
                </a:solidFill>
                <a:latin typeface="Arial"/>
                <a:ea typeface="Calibri"/>
                <a:cs typeface="Arial"/>
              </a:rPr>
              <a:t>    Action: </a:t>
            </a:r>
            <a:r>
              <a:rPr lang="en-PH" sz="3600">
                <a:ea typeface="Calibri"/>
                <a:cs typeface="+mn-lt"/>
              </a:rPr>
              <a:t>Click book card</a:t>
            </a:r>
            <a:endParaRPr lang="en-PH" sz="3600">
              <a:cs typeface="Arial"/>
            </a:endParaRPr>
          </a:p>
          <a:p>
            <a:r>
              <a:rPr lang="en-PH" sz="3600">
                <a:ea typeface="Calibri"/>
                <a:cs typeface="+mn-lt"/>
              </a:rPr>
              <a:t>   Action Logic: Navigate to /Books/</a:t>
            </a:r>
            <a:r>
              <a:rPr lang="en-PH" sz="3600" err="1">
                <a:ea typeface="Calibri"/>
                <a:cs typeface="+mn-lt"/>
              </a:rPr>
              <a:t>Details?id</a:t>
            </a:r>
            <a:r>
              <a:rPr lang="en-PH" sz="3600">
                <a:ea typeface="Calibri"/>
                <a:cs typeface="+mn-lt"/>
              </a:rPr>
              <a:t>={</a:t>
            </a:r>
            <a:r>
              <a:rPr lang="en-PH" sz="3600" err="1">
                <a:ea typeface="Calibri"/>
                <a:cs typeface="+mn-lt"/>
              </a:rPr>
              <a:t>bookId</a:t>
            </a:r>
            <a:r>
              <a:rPr lang="en-PH" sz="3600">
                <a:ea typeface="Calibri"/>
                <a:cs typeface="+mn-lt"/>
              </a:rPr>
              <a:t>}</a:t>
            </a:r>
            <a:endParaRPr lang="en-PH" sz="3600"/>
          </a:p>
          <a:p>
            <a:endParaRPr lang="en-PH" sz="1200">
              <a:ea typeface="Calibri"/>
              <a:cs typeface="+mn-lt"/>
            </a:endParaRPr>
          </a:p>
          <a:p>
            <a:r>
              <a:rPr lang="en-PH" sz="3600" b="1">
                <a:ea typeface="Calibri"/>
                <a:cs typeface="+mn-lt"/>
              </a:rPr>
              <a:t> Field: Notification modal</a:t>
            </a:r>
            <a:endParaRPr lang="en-PH" sz="3600" b="1">
              <a:ea typeface="+mn-lt"/>
              <a:cs typeface="+mn-lt"/>
            </a:endParaRPr>
          </a:p>
          <a:p>
            <a:r>
              <a:rPr lang="en-PH" sz="3600">
                <a:ea typeface="Calibri"/>
                <a:cs typeface="+mn-lt"/>
              </a:rPr>
              <a:t>  </a:t>
            </a:r>
            <a:r>
              <a:rPr lang="en-PH" sz="3600">
                <a:ea typeface="+mn-lt"/>
                <a:cs typeface="+mn-lt"/>
              </a:rPr>
              <a:t>Logic: Display full notification details</a:t>
            </a:r>
            <a:endParaRPr lang="en-PH" sz="3600"/>
          </a:p>
          <a:p>
            <a:r>
              <a:rPr lang="en-PH" sz="3600">
                <a:ea typeface="+mn-lt"/>
                <a:cs typeface="+mn-lt"/>
              </a:rPr>
              <a:t>    Display: Title, message, date/time metadata</a:t>
            </a:r>
            <a:endParaRPr lang="en-PH" sz="3600"/>
          </a:p>
          <a:p>
            <a:r>
              <a:rPr lang="en-PH" sz="3600">
                <a:ea typeface="+mn-lt"/>
                <a:cs typeface="+mn-lt"/>
              </a:rPr>
              <a:t>    Action: Click "Mark as Read" (if unread)</a:t>
            </a:r>
            <a:endParaRPr lang="en-PH" sz="3600"/>
          </a:p>
          <a:p>
            <a:r>
              <a:rPr lang="en-PH" sz="3600">
                <a:ea typeface="+mn-lt"/>
                <a:cs typeface="+mn-lt"/>
              </a:rPr>
              <a:t>   Action Logic: Navigate to /Notifications/</a:t>
            </a:r>
            <a:r>
              <a:rPr lang="en-PH" sz="3600" err="1">
                <a:ea typeface="+mn-lt"/>
                <a:cs typeface="+mn-lt"/>
              </a:rPr>
              <a:t>MarkRead?id</a:t>
            </a:r>
            <a:r>
              <a:rPr lang="en-PH" sz="3600">
                <a:ea typeface="+mn-lt"/>
                <a:cs typeface="+mn-lt"/>
              </a:rPr>
              <a:t>={id}&amp;</a:t>
            </a:r>
            <a:r>
              <a:rPr lang="en-PH" sz="3600" err="1">
                <a:ea typeface="+mn-lt"/>
                <a:cs typeface="+mn-lt"/>
              </a:rPr>
              <a:t>memberId</a:t>
            </a:r>
            <a:r>
              <a:rPr lang="en-PH" sz="3600">
                <a:ea typeface="+mn-lt"/>
                <a:cs typeface="+mn-lt"/>
              </a:rPr>
              <a:t>={</a:t>
            </a:r>
            <a:r>
              <a:rPr lang="en-PH" sz="3600" err="1">
                <a:ea typeface="+mn-lt"/>
                <a:cs typeface="+mn-lt"/>
              </a:rPr>
              <a:t>memberId</a:t>
            </a:r>
            <a:r>
              <a:rPr lang="en-PH" sz="3600">
                <a:ea typeface="+mn-lt"/>
                <a:cs typeface="+mn-lt"/>
              </a:rPr>
              <a:t>}&amp;</a:t>
            </a:r>
            <a:r>
              <a:rPr lang="en-PH" sz="3600" err="1">
                <a:ea typeface="+mn-lt"/>
                <a:cs typeface="+mn-lt"/>
              </a:rPr>
              <a:t>returnUrl</a:t>
            </a:r>
            <a:r>
              <a:rPr lang="en-PH" sz="3600">
                <a:ea typeface="+mn-lt"/>
                <a:cs typeface="+mn-lt"/>
              </a:rPr>
              <a:t>={current}</a:t>
            </a:r>
            <a:endParaRPr lang="en-PH" sz="3600"/>
          </a:p>
          <a:p>
            <a:r>
              <a:rPr lang="en-PH" sz="3600">
                <a:ea typeface="+mn-lt"/>
                <a:cs typeface="+mn-lt"/>
              </a:rPr>
              <a:t>    Action: Click "Close" or Press Escape</a:t>
            </a:r>
            <a:endParaRPr lang="en-PH" sz="3600"/>
          </a:p>
          <a:p>
            <a:r>
              <a:rPr lang="en-PH" sz="3600">
                <a:ea typeface="+mn-lt"/>
                <a:cs typeface="+mn-lt"/>
              </a:rPr>
              <a:t>   Action Logic: JavaScript close modal</a:t>
            </a:r>
            <a:endParaRPr lang="en-PH" sz="3600"/>
          </a:p>
          <a:p>
            <a:endParaRPr lang="en-PH" sz="1400">
              <a:cs typeface="Arial"/>
            </a:endParaRPr>
          </a:p>
        </p:txBody>
      </p:sp>
      <p:sp>
        <p:nvSpPr>
          <p:cNvPr id="6" name="Text Placeholder 5">
            <a:extLst>
              <a:ext uri="{FF2B5EF4-FFF2-40B4-BE49-F238E27FC236}">
                <a16:creationId xmlns:a16="http://schemas.microsoft.com/office/drawing/2014/main" id="{A64DFE95-F37D-7A95-1BC4-2E9645FAFC8A}"/>
              </a:ext>
            </a:extLst>
          </p:cNvPr>
          <p:cNvSpPr>
            <a:spLocks noGrp="1"/>
          </p:cNvSpPr>
          <p:nvPr>
            <p:ph type="body" sz="quarter" idx="13"/>
          </p:nvPr>
        </p:nvSpPr>
        <p:spPr/>
        <p:txBody>
          <a:bodyPr/>
          <a:lstStyle/>
          <a:p>
            <a:r>
              <a:rPr lang="en-PH">
                <a:latin typeface="Impact"/>
              </a:rPr>
              <a:t>4.0 </a:t>
            </a:r>
            <a:r>
              <a:rPr lang="en-PH" i="1">
                <a:latin typeface="Impact"/>
              </a:rPr>
              <a:t>Books – Catalog Page Logic</a:t>
            </a:r>
            <a:endParaRPr lang="en-US"/>
          </a:p>
        </p:txBody>
      </p:sp>
    </p:spTree>
    <p:extLst>
      <p:ext uri="{BB962C8B-B14F-4D97-AF65-F5344CB8AC3E}">
        <p14:creationId xmlns:p14="http://schemas.microsoft.com/office/powerpoint/2010/main" val="17281624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C23ED-663A-5954-9ADD-20E21D8494BF}"/>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2ACC6B6C-BD18-3F75-8C2C-2A62DD64767B}"/>
              </a:ext>
            </a:extLst>
          </p:cNvPr>
          <p:cNvSpPr>
            <a:spLocks noGrp="1"/>
          </p:cNvSpPr>
          <p:nvPr>
            <p:ph type="body" sz="quarter" idx="13"/>
          </p:nvPr>
        </p:nvSpPr>
        <p:spPr/>
        <p:txBody>
          <a:bodyPr/>
          <a:lstStyle/>
          <a:p>
            <a:r>
              <a:rPr lang="en-PH">
                <a:latin typeface="Impact"/>
              </a:rPr>
              <a:t>4.1 Books – Create Book Page</a:t>
            </a:r>
            <a:endParaRPr lang="en-US"/>
          </a:p>
        </p:txBody>
      </p:sp>
      <p:pic>
        <p:nvPicPr>
          <p:cNvPr id="3" name="Picture 2">
            <a:extLst>
              <a:ext uri="{FF2B5EF4-FFF2-40B4-BE49-F238E27FC236}">
                <a16:creationId xmlns:a16="http://schemas.microsoft.com/office/drawing/2014/main" id="{7E44DBFB-BF14-B983-D11E-E86284D1D5B1}"/>
              </a:ext>
            </a:extLst>
          </p:cNvPr>
          <p:cNvPicPr>
            <a:picLocks noChangeAspect="1"/>
          </p:cNvPicPr>
          <p:nvPr/>
        </p:nvPicPr>
        <p:blipFill>
          <a:blip r:embed="rId2"/>
          <a:stretch>
            <a:fillRect/>
          </a:stretch>
        </p:blipFill>
        <p:spPr>
          <a:xfrm>
            <a:off x="1553611" y="2285172"/>
            <a:ext cx="19732792" cy="10048373"/>
          </a:xfrm>
          <a:prstGeom prst="rect">
            <a:avLst/>
          </a:prstGeom>
        </p:spPr>
      </p:pic>
    </p:spTree>
    <p:extLst>
      <p:ext uri="{BB962C8B-B14F-4D97-AF65-F5344CB8AC3E}">
        <p14:creationId xmlns:p14="http://schemas.microsoft.com/office/powerpoint/2010/main" val="28072378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9E33-1144-01D4-8622-3EAF3E7502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9A959B-3D19-2D0E-F9FA-267339FEDA9C}"/>
              </a:ext>
            </a:extLst>
          </p:cNvPr>
          <p:cNvSpPr txBox="1"/>
          <p:nvPr/>
        </p:nvSpPr>
        <p:spPr>
          <a:xfrm>
            <a:off x="540786" y="2834793"/>
            <a:ext cx="24163662" cy="91717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400" b="1" i="1">
                <a:latin typeface="Arial"/>
                <a:ea typeface="Calibri"/>
                <a:cs typeface="Calibri"/>
              </a:rPr>
              <a:t>Books/</a:t>
            </a:r>
            <a:r>
              <a:rPr lang="en-PH" sz="4400" b="1" i="1">
                <a:solidFill>
                  <a:srgbClr val="000000"/>
                </a:solidFill>
                <a:latin typeface="Arial"/>
                <a:ea typeface="Calibri"/>
                <a:cs typeface="Calibri"/>
              </a:rPr>
              <a:t>Create — Add New Book</a:t>
            </a:r>
            <a:endParaRPr lang="en-PH" sz="4400">
              <a:solidFill>
                <a:srgbClr val="000000"/>
              </a:solidFill>
              <a:latin typeface="Arial"/>
              <a:ea typeface="Calibri"/>
              <a:cs typeface="Arial"/>
            </a:endParaRPr>
          </a:p>
          <a:p>
            <a:r>
              <a:rPr lang="en-PH" sz="4400">
                <a:solidFill>
                  <a:srgbClr val="000000"/>
                </a:solidFill>
                <a:latin typeface="Arial"/>
                <a:ea typeface="Calibri"/>
                <a:cs typeface="Arial"/>
              </a:rPr>
              <a:t> </a:t>
            </a:r>
            <a:r>
              <a:rPr lang="en-PH" sz="4400" b="1">
                <a:solidFill>
                  <a:srgbClr val="000000"/>
                </a:solidFill>
                <a:latin typeface="Arial"/>
                <a:ea typeface="Calibri"/>
                <a:cs typeface="Arial"/>
              </a:rPr>
              <a:t>Field: </a:t>
            </a:r>
            <a:r>
              <a:rPr lang="en-PH" sz="4400" b="1">
                <a:solidFill>
                  <a:srgbClr val="000000"/>
                </a:solidFill>
                <a:ea typeface="Calibri"/>
                <a:cs typeface="+mn-lt"/>
              </a:rPr>
              <a:t>Book form</a:t>
            </a:r>
            <a:endParaRPr lang="en-PH" sz="4400" b="1"/>
          </a:p>
          <a:p>
            <a:r>
              <a:rPr lang="en-PH" sz="4400">
                <a:solidFill>
                  <a:srgbClr val="000000"/>
                </a:solidFill>
                <a:latin typeface="Arial"/>
                <a:ea typeface="Calibri"/>
                <a:cs typeface="Arial"/>
              </a:rPr>
              <a:t>  </a:t>
            </a:r>
            <a:r>
              <a:rPr lang="en-PH" sz="4400">
                <a:ea typeface="+mn-lt"/>
                <a:cs typeface="+mn-lt"/>
              </a:rPr>
              <a:t>Title input: Required, max 300 chars</a:t>
            </a:r>
            <a:endParaRPr lang="en-PH" sz="4400"/>
          </a:p>
          <a:p>
            <a:r>
              <a:rPr lang="en-PH" sz="4400">
                <a:ea typeface="+mn-lt"/>
                <a:cs typeface="+mn-lt"/>
              </a:rPr>
              <a:t>  ISBN input: Required, 13 chars, unique constraint</a:t>
            </a:r>
            <a:endParaRPr lang="en-PH" sz="4400"/>
          </a:p>
          <a:p>
            <a:r>
              <a:rPr lang="en-PH" sz="4400">
                <a:ea typeface="+mn-lt"/>
                <a:cs typeface="+mn-lt"/>
              </a:rPr>
              <a:t>  Publisher input: Optional, max 200 chars</a:t>
            </a:r>
            <a:endParaRPr lang="en-PH" sz="4400"/>
          </a:p>
          <a:p>
            <a:r>
              <a:rPr lang="en-PH" sz="4400">
                <a:ea typeface="+mn-lt"/>
                <a:cs typeface="+mn-lt"/>
              </a:rPr>
              <a:t>  Publication Date input: Optional, date picker</a:t>
            </a:r>
            <a:endParaRPr lang="en-PH" sz="4400"/>
          </a:p>
          <a:p>
            <a:r>
              <a:rPr lang="en-PH" sz="4400">
                <a:ea typeface="+mn-lt"/>
                <a:cs typeface="+mn-lt"/>
              </a:rPr>
              <a:t>  Category dropdown: Required, populated from Categories table</a:t>
            </a:r>
            <a:endParaRPr lang="en-PH" sz="4400"/>
          </a:p>
          <a:p>
            <a:r>
              <a:rPr lang="en-PH" sz="4400">
                <a:ea typeface="+mn-lt"/>
                <a:cs typeface="+mn-lt"/>
              </a:rPr>
              <a:t>  Genre dropdown: Required, populated from Genres table</a:t>
            </a:r>
            <a:endParaRPr lang="en-PH" sz="4400"/>
          </a:p>
          <a:p>
            <a:r>
              <a:rPr lang="en-PH" sz="4400">
                <a:ea typeface="+mn-lt"/>
                <a:cs typeface="+mn-lt"/>
              </a:rPr>
              <a:t>  Description </a:t>
            </a:r>
            <a:r>
              <a:rPr lang="en-PH" sz="4400" err="1">
                <a:ea typeface="+mn-lt"/>
                <a:cs typeface="+mn-lt"/>
              </a:rPr>
              <a:t>textarea</a:t>
            </a:r>
            <a:r>
              <a:rPr lang="en-PH" sz="4400">
                <a:ea typeface="+mn-lt"/>
                <a:cs typeface="+mn-lt"/>
              </a:rPr>
              <a:t>: Optional, max 2000 chars</a:t>
            </a:r>
            <a:endParaRPr lang="en-PH" sz="4400"/>
          </a:p>
          <a:p>
            <a:r>
              <a:rPr lang="en-PH" sz="4400">
                <a:ea typeface="+mn-lt"/>
                <a:cs typeface="+mn-lt"/>
              </a:rPr>
              <a:t>  Page Count input: Optional, number</a:t>
            </a:r>
            <a:endParaRPr lang="en-PH" sz="4400"/>
          </a:p>
          <a:p>
            <a:r>
              <a:rPr lang="en-PH" sz="4400">
                <a:ea typeface="+mn-lt"/>
                <a:cs typeface="+mn-lt"/>
              </a:rPr>
              <a:t>  Available Copies input: Required, number, min 0</a:t>
            </a:r>
            <a:endParaRPr lang="en-PH" sz="4400"/>
          </a:p>
          <a:p>
            <a:r>
              <a:rPr lang="en-PH" sz="4400">
                <a:ea typeface="+mn-lt"/>
                <a:cs typeface="+mn-lt"/>
              </a:rPr>
              <a:t>  Cover Image URL input: Optional, max 500 chars</a:t>
            </a:r>
            <a:endParaRPr lang="en-PH" sz="4400"/>
          </a:p>
          <a:p>
            <a:r>
              <a:rPr lang="en-PH" sz="4400">
                <a:ea typeface="+mn-lt"/>
                <a:cs typeface="+mn-lt"/>
              </a:rPr>
              <a:t>  Status dropdown: Required, options: Available, Unavailable, Archived</a:t>
            </a:r>
            <a:endParaRPr lang="en-PH" sz="4400"/>
          </a:p>
          <a:p>
            <a:endParaRPr lang="en-PH">
              <a:cs typeface="Arial"/>
            </a:endParaRPr>
          </a:p>
        </p:txBody>
      </p:sp>
      <p:sp>
        <p:nvSpPr>
          <p:cNvPr id="6" name="Text Placeholder 5">
            <a:extLst>
              <a:ext uri="{FF2B5EF4-FFF2-40B4-BE49-F238E27FC236}">
                <a16:creationId xmlns:a16="http://schemas.microsoft.com/office/drawing/2014/main" id="{B60575AD-9AA9-3D06-D1D6-C8A259BCDF44}"/>
              </a:ext>
            </a:extLst>
          </p:cNvPr>
          <p:cNvSpPr>
            <a:spLocks noGrp="1"/>
          </p:cNvSpPr>
          <p:nvPr>
            <p:ph type="body" sz="quarter" idx="13"/>
          </p:nvPr>
        </p:nvSpPr>
        <p:spPr/>
        <p:txBody>
          <a:bodyPr/>
          <a:lstStyle/>
          <a:p>
            <a:r>
              <a:rPr lang="en-PH">
                <a:latin typeface="Impact"/>
              </a:rPr>
              <a:t>4.1 </a:t>
            </a:r>
            <a:r>
              <a:rPr lang="en-PH" i="1">
                <a:latin typeface="Impact"/>
              </a:rPr>
              <a:t>Books – Create Book Page Logic</a:t>
            </a:r>
            <a:endParaRPr lang="en-PH" i="1">
              <a:solidFill>
                <a:srgbClr val="000000"/>
              </a:solidFill>
            </a:endParaRPr>
          </a:p>
        </p:txBody>
      </p:sp>
    </p:spTree>
    <p:extLst>
      <p:ext uri="{BB962C8B-B14F-4D97-AF65-F5344CB8AC3E}">
        <p14:creationId xmlns:p14="http://schemas.microsoft.com/office/powerpoint/2010/main" val="34502664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EACD8-A21B-92A0-D98C-C0C8B21433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5AF9FC-DE20-5151-3303-82796B6AD562}"/>
              </a:ext>
            </a:extLst>
          </p:cNvPr>
          <p:cNvSpPr txBox="1"/>
          <p:nvPr/>
        </p:nvSpPr>
        <p:spPr>
          <a:xfrm>
            <a:off x="540786" y="2834793"/>
            <a:ext cx="24163662" cy="71404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Arial"/>
                <a:ea typeface="Calibri"/>
                <a:cs typeface="Calibri"/>
              </a:rPr>
              <a:t>Books/Create — Add New Book</a:t>
            </a:r>
            <a:endParaRPr lang="en-PH" sz="3600">
              <a:latin typeface="Arial"/>
              <a:ea typeface="Calibri"/>
              <a:cs typeface="Arial"/>
            </a:endParaRPr>
          </a:p>
          <a:p>
            <a:r>
              <a:rPr lang="en-PH" sz="3600">
                <a:solidFill>
                  <a:srgbClr val="000000"/>
                </a:solidFill>
                <a:latin typeface="Arial"/>
                <a:ea typeface="Calibri"/>
                <a:cs typeface="Arial"/>
              </a:rPr>
              <a:t> </a:t>
            </a:r>
            <a:r>
              <a:rPr lang="en-PH" sz="3600" b="1">
                <a:solidFill>
                  <a:srgbClr val="000000"/>
                </a:solidFill>
                <a:latin typeface="Arial"/>
                <a:ea typeface="Calibri"/>
                <a:cs typeface="Arial"/>
              </a:rPr>
              <a:t>Field: </a:t>
            </a:r>
            <a:r>
              <a:rPr lang="en-PH" sz="3600" b="1">
                <a:solidFill>
                  <a:srgbClr val="000000"/>
                </a:solidFill>
                <a:ea typeface="Calibri"/>
                <a:cs typeface="+mn-lt"/>
              </a:rPr>
              <a:t>Create Book button</a:t>
            </a:r>
            <a:endParaRPr lang="en-PH" sz="3600" b="1"/>
          </a:p>
          <a:p>
            <a:r>
              <a:rPr lang="en-PH" sz="3600">
                <a:solidFill>
                  <a:srgbClr val="000000"/>
                </a:solidFill>
                <a:latin typeface="Arial"/>
                <a:ea typeface="Calibri"/>
                <a:cs typeface="Arial"/>
              </a:rPr>
              <a:t>  Logic: Add book to database</a:t>
            </a:r>
          </a:p>
          <a:p>
            <a:r>
              <a:rPr lang="en-PH" sz="3600">
                <a:solidFill>
                  <a:srgbClr val="000000"/>
                </a:solidFill>
                <a:latin typeface="Arial"/>
                <a:ea typeface="Calibri"/>
                <a:cs typeface="Arial"/>
              </a:rPr>
              <a:t>    Action: </a:t>
            </a:r>
            <a:r>
              <a:rPr lang="en-PH" sz="3600">
                <a:ea typeface="Calibri"/>
                <a:cs typeface="+mn-lt"/>
              </a:rPr>
              <a:t>Click "Create Book"</a:t>
            </a:r>
            <a:endParaRPr lang="en-PH" sz="3600">
              <a:cs typeface="Arial"/>
            </a:endParaRPr>
          </a:p>
          <a:p>
            <a:r>
              <a:rPr lang="en-PH" sz="3600">
                <a:ea typeface="Calibri"/>
                <a:cs typeface="+mn-lt"/>
              </a:rPr>
              <a:t>   Action Logic: Submit form; Validate fields</a:t>
            </a:r>
          </a:p>
          <a:p>
            <a:r>
              <a:rPr lang="en-PH" sz="3600">
                <a:ea typeface="Calibri"/>
                <a:cs typeface="Arial"/>
              </a:rPr>
              <a:t>    Check ISBN not already in use</a:t>
            </a:r>
          </a:p>
          <a:p>
            <a:r>
              <a:rPr lang="en-PH" sz="3600">
                <a:ea typeface="Calibri"/>
                <a:cs typeface="Arial"/>
              </a:rPr>
              <a:t>    Get admin name from session (</a:t>
            </a:r>
            <a:r>
              <a:rPr lang="en-PH" sz="3600" err="1">
                <a:ea typeface="Calibri"/>
                <a:cs typeface="Arial"/>
              </a:rPr>
              <a:t>CreatedBy</a:t>
            </a:r>
            <a:r>
              <a:rPr lang="en-PH" sz="3600">
                <a:ea typeface="Calibri"/>
                <a:cs typeface="Arial"/>
              </a:rPr>
              <a:t>)</a:t>
            </a:r>
            <a:endParaRPr lang="en-PH"/>
          </a:p>
          <a:p>
            <a:r>
              <a:rPr lang="en-PH" sz="3600">
                <a:ea typeface="Calibri"/>
                <a:cs typeface="Arial"/>
              </a:rPr>
              <a:t>    Call </a:t>
            </a:r>
            <a:r>
              <a:rPr lang="en-PH" sz="3600" err="1">
                <a:ea typeface="Calibri"/>
                <a:cs typeface="Arial"/>
              </a:rPr>
              <a:t>IBookService.AddBook</a:t>
            </a:r>
            <a:r>
              <a:rPr lang="en-PH" sz="3600">
                <a:ea typeface="Calibri"/>
                <a:cs typeface="Arial"/>
              </a:rPr>
              <a:t>(book, </a:t>
            </a:r>
            <a:r>
              <a:rPr lang="en-PH" sz="3600" err="1">
                <a:ea typeface="Calibri"/>
                <a:cs typeface="Arial"/>
              </a:rPr>
              <a:t>adminName</a:t>
            </a:r>
            <a:r>
              <a:rPr lang="en-PH" sz="3600">
                <a:ea typeface="Calibri"/>
                <a:cs typeface="Arial"/>
              </a:rPr>
              <a:t>)</a:t>
            </a:r>
            <a:endParaRPr lang="en-PH"/>
          </a:p>
          <a:p>
            <a:r>
              <a:rPr lang="en-PH" sz="3600">
                <a:ea typeface="Calibri"/>
                <a:cs typeface="Arial"/>
              </a:rPr>
              <a:t>    Redirect to /Books/Index with success message</a:t>
            </a:r>
            <a:endParaRPr lang="en-PH"/>
          </a:p>
          <a:p>
            <a:endParaRPr lang="en-PH" sz="1200">
              <a:ea typeface="Calibri"/>
              <a:cs typeface="+mn-lt"/>
            </a:endParaRPr>
          </a:p>
          <a:p>
            <a:r>
              <a:rPr lang="en-PH" sz="3600" b="1">
                <a:ea typeface="Calibri"/>
                <a:cs typeface="+mn-lt"/>
              </a:rPr>
              <a:t> </a:t>
            </a:r>
            <a:r>
              <a:rPr lang="en-PH" sz="3600" b="1" err="1">
                <a:ea typeface="Calibri"/>
                <a:cs typeface="+mn-lt"/>
              </a:rPr>
              <a:t>OnGet</a:t>
            </a:r>
            <a:r>
              <a:rPr lang="en-PH" sz="3600" b="1">
                <a:ea typeface="Calibri"/>
                <a:cs typeface="+mn-lt"/>
              </a:rPr>
              <a:t> Logic:</a:t>
            </a:r>
            <a:endParaRPr lang="en-PH" sz="3600" b="1">
              <a:ea typeface="+mn-lt"/>
              <a:cs typeface="+mn-lt"/>
            </a:endParaRPr>
          </a:p>
          <a:p>
            <a:r>
              <a:rPr lang="en-PH" sz="3600">
                <a:ea typeface="Calibri"/>
                <a:cs typeface="+mn-lt"/>
              </a:rPr>
              <a:t>  </a:t>
            </a:r>
            <a:r>
              <a:rPr lang="en-PH" sz="3600">
                <a:ea typeface="+mn-lt"/>
                <a:cs typeface="+mn-lt"/>
              </a:rPr>
              <a:t>Authorization check: Admin only</a:t>
            </a:r>
            <a:endParaRPr lang="en-PH"/>
          </a:p>
          <a:p>
            <a:r>
              <a:rPr lang="en-PH" sz="3600">
                <a:ea typeface="+mn-lt"/>
                <a:cs typeface="+mn-lt"/>
              </a:rPr>
              <a:t>  Load dropdowns: Fetch all Categories and Genres from database</a:t>
            </a:r>
            <a:endParaRPr lang="en-PH"/>
          </a:p>
          <a:p>
            <a:endParaRPr lang="en-PH" sz="1400">
              <a:cs typeface="Arial"/>
            </a:endParaRPr>
          </a:p>
        </p:txBody>
      </p:sp>
      <p:sp>
        <p:nvSpPr>
          <p:cNvPr id="6" name="Text Placeholder 5">
            <a:extLst>
              <a:ext uri="{FF2B5EF4-FFF2-40B4-BE49-F238E27FC236}">
                <a16:creationId xmlns:a16="http://schemas.microsoft.com/office/drawing/2014/main" id="{86BB76A5-242C-799D-1671-61D5BFE9A2A3}"/>
              </a:ext>
            </a:extLst>
          </p:cNvPr>
          <p:cNvSpPr>
            <a:spLocks noGrp="1"/>
          </p:cNvSpPr>
          <p:nvPr>
            <p:ph type="body" sz="quarter" idx="13"/>
          </p:nvPr>
        </p:nvSpPr>
        <p:spPr/>
        <p:txBody>
          <a:bodyPr/>
          <a:lstStyle/>
          <a:p>
            <a:r>
              <a:rPr lang="en-PH">
                <a:latin typeface="Impact"/>
              </a:rPr>
              <a:t>4.1 </a:t>
            </a:r>
            <a:r>
              <a:rPr lang="en-PH" i="1">
                <a:latin typeface="Impact"/>
              </a:rPr>
              <a:t>Books – Create Book Page Logic</a:t>
            </a:r>
            <a:endParaRPr lang="en-PH">
              <a:solidFill>
                <a:srgbClr val="000000"/>
              </a:solidFill>
              <a:latin typeface="Impact"/>
            </a:endParaRPr>
          </a:p>
        </p:txBody>
      </p:sp>
    </p:spTree>
    <p:extLst>
      <p:ext uri="{BB962C8B-B14F-4D97-AF65-F5344CB8AC3E}">
        <p14:creationId xmlns:p14="http://schemas.microsoft.com/office/powerpoint/2010/main" val="20715406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B5CF3-9A07-C36C-CA50-3EE54108549C}"/>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B65C55E-E7B1-9EE2-8008-556FB0516602}"/>
              </a:ext>
            </a:extLst>
          </p:cNvPr>
          <p:cNvSpPr>
            <a:spLocks noGrp="1"/>
          </p:cNvSpPr>
          <p:nvPr>
            <p:ph type="body" sz="quarter" idx="13"/>
          </p:nvPr>
        </p:nvSpPr>
        <p:spPr/>
        <p:txBody>
          <a:bodyPr/>
          <a:lstStyle/>
          <a:p>
            <a:r>
              <a:rPr lang="en-PH">
                <a:latin typeface="Impact"/>
              </a:rPr>
              <a:t>4.2 Books – Edit Page</a:t>
            </a:r>
            <a:endParaRPr lang="en-US"/>
          </a:p>
        </p:txBody>
      </p:sp>
      <p:pic>
        <p:nvPicPr>
          <p:cNvPr id="3" name="Picture 2">
            <a:extLst>
              <a:ext uri="{FF2B5EF4-FFF2-40B4-BE49-F238E27FC236}">
                <a16:creationId xmlns:a16="http://schemas.microsoft.com/office/drawing/2014/main" id="{F8E4CF4F-2178-335A-E609-D116D4B323AF}"/>
              </a:ext>
            </a:extLst>
          </p:cNvPr>
          <p:cNvPicPr>
            <a:picLocks noChangeAspect="1"/>
          </p:cNvPicPr>
          <p:nvPr/>
        </p:nvPicPr>
        <p:blipFill>
          <a:blip r:embed="rId2"/>
          <a:stretch>
            <a:fillRect/>
          </a:stretch>
        </p:blipFill>
        <p:spPr>
          <a:xfrm>
            <a:off x="1235559" y="2285172"/>
            <a:ext cx="20214055" cy="10289005"/>
          </a:xfrm>
          <a:prstGeom prst="rect">
            <a:avLst/>
          </a:prstGeom>
        </p:spPr>
      </p:pic>
    </p:spTree>
    <p:extLst>
      <p:ext uri="{BB962C8B-B14F-4D97-AF65-F5344CB8AC3E}">
        <p14:creationId xmlns:p14="http://schemas.microsoft.com/office/powerpoint/2010/main" val="30353219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6C5CA-4D09-1143-8C0D-34253F64F7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F237EE5-AEC3-3EB3-14C8-B021FBBE3D37}"/>
              </a:ext>
            </a:extLst>
          </p:cNvPr>
          <p:cNvSpPr txBox="1"/>
          <p:nvPr/>
        </p:nvSpPr>
        <p:spPr>
          <a:xfrm>
            <a:off x="540786" y="2834793"/>
            <a:ext cx="24163662" cy="80637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Arial"/>
                <a:ea typeface="Calibri"/>
                <a:cs typeface="Calibri"/>
              </a:rPr>
              <a:t>Books/Edit — Update Book</a:t>
            </a:r>
          </a:p>
          <a:p>
            <a:r>
              <a:rPr lang="en-PH" sz="3600">
                <a:solidFill>
                  <a:srgbClr val="000000"/>
                </a:solidFill>
                <a:latin typeface="Arial"/>
                <a:ea typeface="Calibri"/>
                <a:cs typeface="Arial"/>
              </a:rPr>
              <a:t>  </a:t>
            </a:r>
            <a:r>
              <a:rPr lang="en-PH" sz="3600">
                <a:ea typeface="Calibri"/>
                <a:cs typeface="+mn-lt"/>
              </a:rPr>
              <a:t>  </a:t>
            </a:r>
            <a:r>
              <a:rPr lang="en-PH" sz="3600">
                <a:ea typeface="+mn-lt"/>
                <a:cs typeface="+mn-lt"/>
              </a:rPr>
              <a:t>Logic: Similar to Create</a:t>
            </a:r>
            <a:endParaRPr lang="en-PH">
              <a:ea typeface="+mn-lt"/>
              <a:cs typeface="+mn-lt"/>
            </a:endParaRPr>
          </a:p>
          <a:p>
            <a:r>
              <a:rPr lang="en-PH" sz="3600">
                <a:cs typeface="Arial"/>
              </a:rPr>
              <a:t> </a:t>
            </a:r>
            <a:r>
              <a:rPr lang="en-PH" sz="3600">
                <a:ea typeface="+mn-lt"/>
                <a:cs typeface="+mn-lt"/>
              </a:rPr>
              <a:t>  </a:t>
            </a:r>
            <a:r>
              <a:rPr lang="en-PH" sz="3600" err="1">
                <a:ea typeface="+mn-lt"/>
                <a:cs typeface="+mn-lt"/>
              </a:rPr>
              <a:t>OnGet</a:t>
            </a:r>
            <a:r>
              <a:rPr lang="en-PH" sz="3600">
                <a:ea typeface="+mn-lt"/>
                <a:cs typeface="+mn-lt"/>
              </a:rPr>
              <a:t>: Load existing book data; Populate form; Load dropdowns</a:t>
            </a:r>
            <a:endParaRPr lang="en-PH">
              <a:ea typeface="+mn-lt"/>
              <a:cs typeface="+mn-lt"/>
            </a:endParaRPr>
          </a:p>
          <a:p>
            <a:r>
              <a:rPr lang="en-PH" sz="3600">
                <a:ea typeface="+mn-lt"/>
                <a:cs typeface="+mn-lt"/>
              </a:rPr>
              <a:t>   </a:t>
            </a:r>
            <a:r>
              <a:rPr lang="en-PH" sz="3600" err="1">
                <a:ea typeface="+mn-lt"/>
                <a:cs typeface="+mn-lt"/>
              </a:rPr>
              <a:t>OnPost</a:t>
            </a:r>
            <a:r>
              <a:rPr lang="en-PH" sz="3600">
                <a:ea typeface="+mn-lt"/>
                <a:cs typeface="+mn-lt"/>
              </a:rPr>
              <a:t>: Validate; Call </a:t>
            </a:r>
            <a:r>
              <a:rPr lang="en-PH" sz="3600" err="1">
                <a:ea typeface="+mn-lt"/>
                <a:cs typeface="+mn-lt"/>
              </a:rPr>
              <a:t>IBookService.UpdateBook</a:t>
            </a:r>
            <a:r>
              <a:rPr lang="en-PH" sz="3600">
                <a:ea typeface="+mn-lt"/>
                <a:cs typeface="+mn-lt"/>
              </a:rPr>
              <a:t>(); Redirect</a:t>
            </a:r>
            <a:endParaRPr lang="en-PH">
              <a:ea typeface="+mn-lt"/>
              <a:cs typeface="+mn-lt"/>
            </a:endParaRPr>
          </a:p>
          <a:p>
            <a:endParaRPr lang="en-PH" sz="3600">
              <a:ea typeface="+mn-lt"/>
              <a:cs typeface="+mn-lt"/>
            </a:endParaRPr>
          </a:p>
          <a:p>
            <a:r>
              <a:rPr lang="en-PH" sz="3600" b="1" i="1">
                <a:ea typeface="+mn-lt"/>
                <a:cs typeface="+mn-lt"/>
              </a:rPr>
              <a:t>Books/Delete — Remove Book</a:t>
            </a:r>
            <a:endParaRPr lang="en-PH">
              <a:ea typeface="+mn-lt"/>
              <a:cs typeface="+mn-lt"/>
            </a:endParaRPr>
          </a:p>
          <a:p>
            <a:r>
              <a:rPr lang="en-PH" sz="3600">
                <a:ea typeface="+mn-lt"/>
                <a:cs typeface="+mn-lt"/>
              </a:rPr>
              <a:t>  </a:t>
            </a:r>
            <a:r>
              <a:rPr lang="en-PH" sz="3600" b="1">
                <a:ea typeface="+mn-lt"/>
                <a:cs typeface="+mn-lt"/>
              </a:rPr>
              <a:t>Field: Book details display</a:t>
            </a:r>
            <a:endParaRPr lang="en-PH" b="1">
              <a:ea typeface="+mn-lt"/>
              <a:cs typeface="+mn-lt"/>
            </a:endParaRPr>
          </a:p>
          <a:p>
            <a:r>
              <a:rPr lang="en-PH" sz="3600">
                <a:ea typeface="+mn-lt"/>
                <a:cs typeface="+mn-lt"/>
              </a:rPr>
              <a:t>    Logic: Confirmation before deletion</a:t>
            </a:r>
            <a:endParaRPr lang="en-PH">
              <a:ea typeface="+mn-lt"/>
              <a:cs typeface="+mn-lt"/>
            </a:endParaRPr>
          </a:p>
          <a:p>
            <a:r>
              <a:rPr lang="en-PH" sz="3600">
                <a:ea typeface="+mn-lt"/>
                <a:cs typeface="+mn-lt"/>
              </a:rPr>
              <a:t>   Display: All book information (read-only)</a:t>
            </a:r>
            <a:endParaRPr lang="en-PH">
              <a:ea typeface="+mn-lt"/>
              <a:cs typeface="+mn-lt"/>
            </a:endParaRPr>
          </a:p>
          <a:p>
            <a:endParaRPr lang="en-PH" sz="3600">
              <a:ea typeface="+mn-lt"/>
              <a:cs typeface="+mn-lt"/>
            </a:endParaRPr>
          </a:p>
          <a:p>
            <a:r>
              <a:rPr lang="en-PH" sz="3600">
                <a:ea typeface="+mn-lt"/>
                <a:cs typeface="+mn-lt"/>
              </a:rPr>
              <a:t>  </a:t>
            </a:r>
            <a:r>
              <a:rPr lang="en-PH" sz="3600" b="1">
                <a:ea typeface="+mn-lt"/>
                <a:cs typeface="+mn-lt"/>
              </a:rPr>
              <a:t>Field: Confirm Delete button</a:t>
            </a:r>
            <a:endParaRPr lang="en-PH" b="1">
              <a:ea typeface="+mn-lt"/>
              <a:cs typeface="+mn-lt"/>
            </a:endParaRPr>
          </a:p>
          <a:p>
            <a:r>
              <a:rPr lang="en-PH" sz="3600">
                <a:cs typeface="Arial"/>
              </a:rPr>
              <a:t> </a:t>
            </a:r>
            <a:r>
              <a:rPr lang="en-PH" sz="3600">
                <a:ea typeface="+mn-lt"/>
                <a:cs typeface="+mn-lt"/>
              </a:rPr>
              <a:t>   Logic: Soft or hard delete</a:t>
            </a:r>
            <a:endParaRPr lang="en-PH">
              <a:ea typeface="+mn-lt"/>
              <a:cs typeface="+mn-lt"/>
            </a:endParaRPr>
          </a:p>
          <a:p>
            <a:r>
              <a:rPr lang="en-PH" sz="3600">
                <a:ea typeface="+mn-lt"/>
                <a:cs typeface="+mn-lt"/>
              </a:rPr>
              <a:t>   Action: Click "Confirm Delete"</a:t>
            </a:r>
            <a:endParaRPr lang="en-PH">
              <a:ea typeface="+mn-lt"/>
              <a:cs typeface="+mn-lt"/>
            </a:endParaRPr>
          </a:p>
          <a:p>
            <a:r>
              <a:rPr lang="en-PH" sz="3600">
                <a:ea typeface="+mn-lt"/>
                <a:cs typeface="+mn-lt"/>
              </a:rPr>
              <a:t>    Action Logic: Call </a:t>
            </a:r>
            <a:r>
              <a:rPr lang="en-PH" sz="3600" err="1">
                <a:ea typeface="+mn-lt"/>
                <a:cs typeface="+mn-lt"/>
              </a:rPr>
              <a:t>IBookService.DeleteBook</a:t>
            </a:r>
            <a:r>
              <a:rPr lang="en-PH" sz="3600">
                <a:ea typeface="+mn-lt"/>
                <a:cs typeface="+mn-lt"/>
              </a:rPr>
              <a:t>(id, </a:t>
            </a:r>
            <a:r>
              <a:rPr lang="en-PH" sz="3600" err="1">
                <a:ea typeface="+mn-lt"/>
                <a:cs typeface="+mn-lt"/>
              </a:rPr>
              <a:t>adminName</a:t>
            </a:r>
            <a:r>
              <a:rPr lang="en-PH" sz="3600">
                <a:ea typeface="+mn-lt"/>
                <a:cs typeface="+mn-lt"/>
              </a:rPr>
              <a:t>); Redirect to /Books/Index</a:t>
            </a:r>
            <a:endParaRPr lang="en-PH">
              <a:ea typeface="+mn-lt"/>
              <a:cs typeface="+mn-lt"/>
            </a:endParaRPr>
          </a:p>
          <a:p>
            <a:endParaRPr lang="en-PH" sz="1400">
              <a:cs typeface="Arial"/>
            </a:endParaRPr>
          </a:p>
        </p:txBody>
      </p:sp>
      <p:sp>
        <p:nvSpPr>
          <p:cNvPr id="6" name="Text Placeholder 5">
            <a:extLst>
              <a:ext uri="{FF2B5EF4-FFF2-40B4-BE49-F238E27FC236}">
                <a16:creationId xmlns:a16="http://schemas.microsoft.com/office/drawing/2014/main" id="{00884DED-81ED-1CD2-FFE8-C8F6992AFC0E}"/>
              </a:ext>
            </a:extLst>
          </p:cNvPr>
          <p:cNvSpPr>
            <a:spLocks noGrp="1"/>
          </p:cNvSpPr>
          <p:nvPr>
            <p:ph type="body" sz="quarter" idx="13"/>
          </p:nvPr>
        </p:nvSpPr>
        <p:spPr/>
        <p:txBody>
          <a:bodyPr/>
          <a:lstStyle/>
          <a:p>
            <a:r>
              <a:rPr lang="en-PH">
                <a:latin typeface="Impact"/>
              </a:rPr>
              <a:t>4.2 &amp; 4.3 </a:t>
            </a:r>
            <a:r>
              <a:rPr lang="en-PH" i="1">
                <a:latin typeface="Impact"/>
              </a:rPr>
              <a:t>Books – Edit Page Logic</a:t>
            </a:r>
            <a:endParaRPr lang="en-US"/>
          </a:p>
        </p:txBody>
      </p:sp>
    </p:spTree>
    <p:extLst>
      <p:ext uri="{BB962C8B-B14F-4D97-AF65-F5344CB8AC3E}">
        <p14:creationId xmlns:p14="http://schemas.microsoft.com/office/powerpoint/2010/main" val="17178670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148B1-AB73-9070-066B-DF2956AF9218}"/>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7403B9A7-EDFF-B02C-A097-839B12B6B244}"/>
              </a:ext>
            </a:extLst>
          </p:cNvPr>
          <p:cNvSpPr>
            <a:spLocks noGrp="1"/>
          </p:cNvSpPr>
          <p:nvPr>
            <p:ph type="body" sz="quarter" idx="13"/>
          </p:nvPr>
        </p:nvSpPr>
        <p:spPr/>
        <p:txBody>
          <a:bodyPr/>
          <a:lstStyle/>
          <a:p>
            <a:r>
              <a:rPr lang="en-PH">
                <a:latin typeface="Impact"/>
              </a:rPr>
              <a:t>4.4 Books – Detail Page</a:t>
            </a:r>
            <a:endParaRPr lang="en-US"/>
          </a:p>
        </p:txBody>
      </p:sp>
      <p:pic>
        <p:nvPicPr>
          <p:cNvPr id="3" name="Picture 2">
            <a:extLst>
              <a:ext uri="{FF2B5EF4-FFF2-40B4-BE49-F238E27FC236}">
                <a16:creationId xmlns:a16="http://schemas.microsoft.com/office/drawing/2014/main" id="{9B8A4ECC-3E2E-F95F-020A-479D363FE883}"/>
              </a:ext>
            </a:extLst>
          </p:cNvPr>
          <p:cNvPicPr>
            <a:picLocks noChangeAspect="1"/>
          </p:cNvPicPr>
          <p:nvPr/>
        </p:nvPicPr>
        <p:blipFill>
          <a:blip r:embed="rId2"/>
          <a:stretch>
            <a:fillRect/>
          </a:stretch>
        </p:blipFill>
        <p:spPr>
          <a:xfrm>
            <a:off x="1255437" y="2086389"/>
            <a:ext cx="20956002" cy="10670005"/>
          </a:xfrm>
          <a:prstGeom prst="rect">
            <a:avLst/>
          </a:prstGeom>
        </p:spPr>
      </p:pic>
    </p:spTree>
    <p:extLst>
      <p:ext uri="{BB962C8B-B14F-4D97-AF65-F5344CB8AC3E}">
        <p14:creationId xmlns:p14="http://schemas.microsoft.com/office/powerpoint/2010/main" val="210499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F29A2-079B-AC0D-0EAD-A292E26AAB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5EE112-CE14-C145-8EC6-6130BDF980F9}"/>
              </a:ext>
            </a:extLst>
          </p:cNvPr>
          <p:cNvSpPr txBox="1"/>
          <p:nvPr/>
        </p:nvSpPr>
        <p:spPr>
          <a:xfrm>
            <a:off x="540786" y="4254532"/>
            <a:ext cx="24163662" cy="5109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400" b="1" i="1">
                <a:latin typeface="Arial"/>
                <a:ea typeface="Calibri"/>
                <a:cs typeface="Calibri"/>
              </a:rPr>
              <a:t>Books/</a:t>
            </a:r>
            <a:r>
              <a:rPr lang="en-PH" sz="4400" b="1" i="1">
                <a:ea typeface="Calibri"/>
                <a:cs typeface="Calibri"/>
              </a:rPr>
              <a:t>Details — View Book</a:t>
            </a:r>
          </a:p>
          <a:p>
            <a:r>
              <a:rPr lang="en-PH" sz="4400">
                <a:ea typeface="+mn-lt"/>
                <a:cs typeface="+mn-lt"/>
              </a:rPr>
              <a:t>  Field: Book information display</a:t>
            </a:r>
            <a:endParaRPr lang="en-PH" sz="4400"/>
          </a:p>
          <a:p>
            <a:r>
              <a:rPr lang="en-PH" sz="4400">
                <a:cs typeface="Arial"/>
              </a:rPr>
              <a:t> </a:t>
            </a:r>
            <a:r>
              <a:rPr lang="en-PH" sz="4400">
                <a:ea typeface="+mn-lt"/>
                <a:cs typeface="+mn-lt"/>
              </a:rPr>
              <a:t>   Logic: Read-only detailed view</a:t>
            </a:r>
            <a:endParaRPr lang="en-PH" sz="4400"/>
          </a:p>
          <a:p>
            <a:r>
              <a:rPr lang="en-PH" sz="4400">
                <a:ea typeface="+mn-lt"/>
                <a:cs typeface="+mn-lt"/>
              </a:rPr>
              <a:t>   Display: Cover image, title, authors, ISBN, publisher, publication date, category, genre, description, page count, available copies, status</a:t>
            </a:r>
            <a:endParaRPr lang="en-PH" sz="4400"/>
          </a:p>
          <a:p>
            <a:r>
              <a:rPr lang="en-PH" sz="4400">
                <a:ea typeface="+mn-lt"/>
                <a:cs typeface="+mn-lt"/>
              </a:rPr>
              <a:t>   Action: Page load with id parameter</a:t>
            </a:r>
            <a:endParaRPr lang="en-PH" sz="4400"/>
          </a:p>
          <a:p>
            <a:r>
              <a:rPr lang="en-PH" sz="4400">
                <a:ea typeface="+mn-lt"/>
                <a:cs typeface="+mn-lt"/>
              </a:rPr>
              <a:t>    Action Logic: Fetch book by ID; Include related data (authors, category, genre)</a:t>
            </a:r>
            <a:endParaRPr lang="en-PH" sz="4400"/>
          </a:p>
          <a:p>
            <a:endParaRPr lang="en-PH">
              <a:cs typeface="Arial"/>
            </a:endParaRPr>
          </a:p>
        </p:txBody>
      </p:sp>
      <p:sp>
        <p:nvSpPr>
          <p:cNvPr id="6" name="Text Placeholder 5">
            <a:extLst>
              <a:ext uri="{FF2B5EF4-FFF2-40B4-BE49-F238E27FC236}">
                <a16:creationId xmlns:a16="http://schemas.microsoft.com/office/drawing/2014/main" id="{EA9EE81D-1FB5-DAF4-D77D-E3BA78DE57B7}"/>
              </a:ext>
            </a:extLst>
          </p:cNvPr>
          <p:cNvSpPr>
            <a:spLocks noGrp="1"/>
          </p:cNvSpPr>
          <p:nvPr>
            <p:ph type="body" sz="quarter" idx="13"/>
          </p:nvPr>
        </p:nvSpPr>
        <p:spPr/>
        <p:txBody>
          <a:bodyPr>
            <a:normAutofit/>
          </a:bodyPr>
          <a:lstStyle/>
          <a:p>
            <a:r>
              <a:rPr lang="en-PH">
                <a:latin typeface="Impact"/>
              </a:rPr>
              <a:t>4.4 </a:t>
            </a:r>
            <a:r>
              <a:rPr lang="en-PH" i="1">
                <a:latin typeface="Impact"/>
              </a:rPr>
              <a:t>Books – Detail Page Logic</a:t>
            </a:r>
            <a:endParaRPr lang="en-US" i="1"/>
          </a:p>
        </p:txBody>
      </p:sp>
    </p:spTree>
    <p:extLst>
      <p:ext uri="{BB962C8B-B14F-4D97-AF65-F5344CB8AC3E}">
        <p14:creationId xmlns:p14="http://schemas.microsoft.com/office/powerpoint/2010/main" val="34573351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925B6-3C6A-548D-F31E-00636C5B446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1636751F-1BA8-FC7A-5F57-46D9008DEE17}"/>
              </a:ext>
            </a:extLst>
          </p:cNvPr>
          <p:cNvSpPr>
            <a:spLocks noGrp="1"/>
          </p:cNvSpPr>
          <p:nvPr>
            <p:ph type="body" sz="quarter" idx="13"/>
          </p:nvPr>
        </p:nvSpPr>
        <p:spPr/>
        <p:txBody>
          <a:bodyPr/>
          <a:lstStyle/>
          <a:p>
            <a:r>
              <a:rPr lang="en-PH">
                <a:latin typeface="Impact"/>
              </a:rPr>
              <a:t>5.0 Members – List Page</a:t>
            </a:r>
            <a:endParaRPr lang="en-US"/>
          </a:p>
        </p:txBody>
      </p:sp>
      <p:pic>
        <p:nvPicPr>
          <p:cNvPr id="3" name="Picture 2">
            <a:extLst>
              <a:ext uri="{FF2B5EF4-FFF2-40B4-BE49-F238E27FC236}">
                <a16:creationId xmlns:a16="http://schemas.microsoft.com/office/drawing/2014/main" id="{38BE5D1D-723A-5CAC-C8F0-FF7CBC89F672}"/>
              </a:ext>
            </a:extLst>
          </p:cNvPr>
          <p:cNvPicPr>
            <a:picLocks noChangeAspect="1"/>
          </p:cNvPicPr>
          <p:nvPr/>
        </p:nvPicPr>
        <p:blipFill>
          <a:blip r:embed="rId2"/>
          <a:stretch>
            <a:fillRect/>
          </a:stretch>
        </p:blipFill>
        <p:spPr>
          <a:xfrm>
            <a:off x="1076532" y="2126146"/>
            <a:ext cx="21056265" cy="10710110"/>
          </a:xfrm>
          <a:prstGeom prst="rect">
            <a:avLst/>
          </a:prstGeom>
        </p:spPr>
      </p:pic>
    </p:spTree>
    <p:extLst>
      <p:ext uri="{BB962C8B-B14F-4D97-AF65-F5344CB8AC3E}">
        <p14:creationId xmlns:p14="http://schemas.microsoft.com/office/powerpoint/2010/main" val="40364735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66763-3661-A9F9-DBBC-A22975B475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16CEE1-3305-5E7F-0C69-0258B2F6D608}"/>
              </a:ext>
            </a:extLst>
          </p:cNvPr>
          <p:cNvSpPr txBox="1"/>
          <p:nvPr/>
        </p:nvSpPr>
        <p:spPr>
          <a:xfrm>
            <a:off x="540786" y="2525363"/>
            <a:ext cx="24163662" cy="83407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Members/</a:t>
            </a:r>
            <a:r>
              <a:rPr lang="en-PH" sz="4000" b="1" i="1">
                <a:ea typeface="Calibri"/>
                <a:cs typeface="Arial"/>
              </a:rPr>
              <a:t>Index — Member List</a:t>
            </a:r>
            <a:endParaRPr lang="en-US"/>
          </a:p>
          <a:p>
            <a:r>
              <a:rPr lang="en-PH" sz="4000" b="1">
                <a:ea typeface="+mn-lt"/>
                <a:cs typeface="+mn-lt"/>
              </a:rPr>
              <a:t>  Field: Search bar</a:t>
            </a:r>
            <a:endParaRPr lang="en-PH" sz="4000" b="1"/>
          </a:p>
          <a:p>
            <a:r>
              <a:rPr lang="en-PH" sz="4000">
                <a:cs typeface="Arial"/>
              </a:rPr>
              <a:t> </a:t>
            </a:r>
            <a:r>
              <a:rPr lang="en-PH" sz="4000">
                <a:ea typeface="+mn-lt"/>
                <a:cs typeface="+mn-lt"/>
              </a:rPr>
              <a:t>   Logic: Filter members by name or email</a:t>
            </a:r>
            <a:endParaRPr lang="en-PH" sz="4000"/>
          </a:p>
          <a:p>
            <a:r>
              <a:rPr lang="en-PH" sz="4000">
                <a:ea typeface="+mn-lt"/>
                <a:cs typeface="+mn-lt"/>
              </a:rPr>
              <a:t>   Action: Enter search term; Submit</a:t>
            </a:r>
            <a:endParaRPr lang="en-PH" sz="4000"/>
          </a:p>
          <a:p>
            <a:r>
              <a:rPr lang="en-PH" sz="4000">
                <a:ea typeface="+mn-lt"/>
                <a:cs typeface="+mn-lt"/>
              </a:rPr>
              <a:t>    Action Logic: Reload with </a:t>
            </a:r>
            <a:r>
              <a:rPr lang="en-PH" sz="4000" err="1">
                <a:ea typeface="+mn-lt"/>
                <a:cs typeface="+mn-lt"/>
              </a:rPr>
              <a:t>searchTerm</a:t>
            </a:r>
            <a:r>
              <a:rPr lang="en-PH" sz="4000">
                <a:ea typeface="+mn-lt"/>
                <a:cs typeface="+mn-lt"/>
              </a:rPr>
              <a:t> parameter</a:t>
            </a:r>
            <a:endParaRPr lang="en-PH" sz="4000"/>
          </a:p>
          <a:p>
            <a:endParaRPr lang="en-PH" sz="4000">
              <a:ea typeface="+mn-lt"/>
              <a:cs typeface="+mn-lt"/>
            </a:endParaRPr>
          </a:p>
          <a:p>
            <a:r>
              <a:rPr lang="en-PH" sz="4000" b="1">
                <a:ea typeface="+mn-lt"/>
                <a:cs typeface="+mn-lt"/>
              </a:rPr>
              <a:t>  Field: Members table</a:t>
            </a:r>
            <a:endParaRPr lang="en-PH" sz="4000" b="1"/>
          </a:p>
          <a:p>
            <a:r>
              <a:rPr lang="en-PH" sz="4000">
                <a:cs typeface="Arial"/>
              </a:rPr>
              <a:t> </a:t>
            </a:r>
            <a:r>
              <a:rPr lang="en-PH" sz="4000">
                <a:ea typeface="+mn-lt"/>
                <a:cs typeface="+mn-lt"/>
              </a:rPr>
              <a:t>   Logic: Paginated display</a:t>
            </a:r>
            <a:endParaRPr lang="en-PH" sz="4000"/>
          </a:p>
          <a:p>
            <a:r>
              <a:rPr lang="en-PH" sz="4000">
                <a:ea typeface="+mn-lt"/>
                <a:cs typeface="+mn-lt"/>
              </a:rPr>
              <a:t>   Columns: Name, Email, Status (badge), Membership Date, Actions</a:t>
            </a:r>
            <a:endParaRPr lang="en-PH" sz="4000"/>
          </a:p>
          <a:p>
            <a:r>
              <a:rPr lang="en-PH" sz="4000">
                <a:ea typeface="+mn-lt"/>
                <a:cs typeface="+mn-lt"/>
              </a:rPr>
              <a:t>   Display: 20 members per page (default)</a:t>
            </a:r>
            <a:endParaRPr lang="en-PH" sz="4000"/>
          </a:p>
          <a:p>
            <a:r>
              <a:rPr lang="en-PH" sz="4000">
                <a:ea typeface="+mn-lt"/>
                <a:cs typeface="+mn-lt"/>
              </a:rPr>
              <a:t>   Action: Page load</a:t>
            </a:r>
            <a:endParaRPr lang="en-PH" sz="4000"/>
          </a:p>
          <a:p>
            <a:r>
              <a:rPr lang="en-PH" sz="4000">
                <a:ea typeface="+mn-lt"/>
                <a:cs typeface="+mn-lt"/>
              </a:rPr>
              <a:t>    Action Logic: Call </a:t>
            </a:r>
            <a:r>
              <a:rPr lang="en-PH" sz="4000" err="1">
                <a:ea typeface="+mn-lt"/>
                <a:cs typeface="+mn-lt"/>
              </a:rPr>
              <a:t>IMemberService.GetMembersPaged</a:t>
            </a:r>
            <a:r>
              <a:rPr lang="en-PH" sz="4000">
                <a:ea typeface="+mn-lt"/>
                <a:cs typeface="+mn-lt"/>
              </a:rPr>
              <a:t>(</a:t>
            </a:r>
            <a:r>
              <a:rPr lang="en-PH" sz="4000" err="1">
                <a:ea typeface="+mn-lt"/>
                <a:cs typeface="+mn-lt"/>
              </a:rPr>
              <a:t>pageNumber</a:t>
            </a:r>
            <a:r>
              <a:rPr lang="en-PH" sz="4000">
                <a:ea typeface="+mn-lt"/>
                <a:cs typeface="+mn-lt"/>
              </a:rPr>
              <a:t>, </a:t>
            </a:r>
            <a:r>
              <a:rPr lang="en-PH" sz="4000" err="1">
                <a:ea typeface="+mn-lt"/>
                <a:cs typeface="+mn-lt"/>
              </a:rPr>
              <a:t>pageSize</a:t>
            </a:r>
            <a:r>
              <a:rPr lang="en-PH" sz="4000">
                <a:ea typeface="+mn-lt"/>
                <a:cs typeface="+mn-lt"/>
              </a:rPr>
              <a:t>, </a:t>
            </a:r>
            <a:r>
              <a:rPr lang="en-PH" sz="4000" err="1">
                <a:ea typeface="+mn-lt"/>
                <a:cs typeface="+mn-lt"/>
              </a:rPr>
              <a:t>searchTerm</a:t>
            </a:r>
            <a:r>
              <a:rPr lang="en-PH" sz="4000">
                <a:ea typeface="+mn-lt"/>
                <a:cs typeface="+mn-lt"/>
              </a:rPr>
              <a:t>)</a:t>
            </a:r>
            <a:endParaRPr lang="en-PH" sz="4000"/>
          </a:p>
          <a:p>
            <a:r>
              <a:rPr lang="en-PH" sz="4000">
                <a:ea typeface="+mn-lt"/>
                <a:cs typeface="+mn-lt"/>
              </a:rPr>
              <a:t>     Returns </a:t>
            </a:r>
            <a:r>
              <a:rPr lang="en-PH" sz="4000" err="1">
                <a:ea typeface="+mn-lt"/>
                <a:cs typeface="+mn-lt"/>
              </a:rPr>
              <a:t>PagedResult</a:t>
            </a:r>
            <a:r>
              <a:rPr lang="en-PH" sz="4000">
                <a:ea typeface="+mn-lt"/>
                <a:cs typeface="+mn-lt"/>
              </a:rPr>
              <a:t> with members list and pagination metadata</a:t>
            </a:r>
            <a:endParaRPr lang="en-PH" sz="4000"/>
          </a:p>
          <a:p>
            <a:endParaRPr lang="en-PH" sz="1600">
              <a:cs typeface="Arial"/>
            </a:endParaRPr>
          </a:p>
        </p:txBody>
      </p:sp>
      <p:sp>
        <p:nvSpPr>
          <p:cNvPr id="6" name="Text Placeholder 5">
            <a:extLst>
              <a:ext uri="{FF2B5EF4-FFF2-40B4-BE49-F238E27FC236}">
                <a16:creationId xmlns:a16="http://schemas.microsoft.com/office/drawing/2014/main" id="{2AF823E8-4AA5-EDA1-51F1-F9157C555A73}"/>
              </a:ext>
            </a:extLst>
          </p:cNvPr>
          <p:cNvSpPr>
            <a:spLocks noGrp="1"/>
          </p:cNvSpPr>
          <p:nvPr>
            <p:ph type="body" sz="quarter" idx="13"/>
          </p:nvPr>
        </p:nvSpPr>
        <p:spPr/>
        <p:txBody>
          <a:bodyPr/>
          <a:lstStyle/>
          <a:p>
            <a:r>
              <a:rPr lang="en-PH">
                <a:latin typeface="Impact"/>
              </a:rPr>
              <a:t>5.0 </a:t>
            </a:r>
            <a:r>
              <a:rPr lang="en-PH" i="1">
                <a:latin typeface="Impact"/>
              </a:rPr>
              <a:t>Members – List Page Logic</a:t>
            </a:r>
            <a:endParaRPr lang="en-US"/>
          </a:p>
        </p:txBody>
      </p:sp>
    </p:spTree>
    <p:extLst>
      <p:ext uri="{BB962C8B-B14F-4D97-AF65-F5344CB8AC3E}">
        <p14:creationId xmlns:p14="http://schemas.microsoft.com/office/powerpoint/2010/main" val="14240183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040A5-CB98-5781-1204-D046CEA123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6729AC-DC2D-05F2-B2C2-B4260C558D50}"/>
              </a:ext>
            </a:extLst>
          </p:cNvPr>
          <p:cNvSpPr txBox="1"/>
          <p:nvPr/>
        </p:nvSpPr>
        <p:spPr>
          <a:xfrm>
            <a:off x="358768" y="2088520"/>
            <a:ext cx="24163662" cy="113877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Arial"/>
                <a:ea typeface="Calibri"/>
                <a:cs typeface="Arial"/>
              </a:rPr>
              <a:t>Members/</a:t>
            </a:r>
            <a:r>
              <a:rPr lang="en-PH" sz="3600" b="1" i="1">
                <a:ea typeface="Calibri"/>
                <a:cs typeface="Arial"/>
              </a:rPr>
              <a:t>Index — Member List</a:t>
            </a:r>
            <a:endParaRPr lang="en-US">
              <a:ea typeface="+mn-lt"/>
              <a:cs typeface="+mn-lt"/>
            </a:endParaRPr>
          </a:p>
          <a:p>
            <a:r>
              <a:rPr lang="en-PH" sz="3600" b="1">
                <a:ea typeface="+mn-lt"/>
                <a:cs typeface="+mn-lt"/>
              </a:rPr>
              <a:t>  Field: Pagination controls</a:t>
            </a:r>
            <a:endParaRPr lang="en-PH" sz="3600" b="1"/>
          </a:p>
          <a:p>
            <a:r>
              <a:rPr lang="en-PH" sz="3600">
                <a:cs typeface="Arial"/>
              </a:rPr>
              <a:t> </a:t>
            </a:r>
            <a:r>
              <a:rPr lang="en-PH" sz="3600">
                <a:ea typeface="+mn-lt"/>
                <a:cs typeface="+mn-lt"/>
              </a:rPr>
              <a:t>   Logic: Navigate between pages</a:t>
            </a:r>
            <a:endParaRPr lang="en-PH" sz="3600">
              <a:cs typeface="Arial"/>
            </a:endParaRPr>
          </a:p>
          <a:p>
            <a:r>
              <a:rPr lang="en-PH" sz="3600">
                <a:ea typeface="+mn-lt"/>
                <a:cs typeface="+mn-lt"/>
              </a:rPr>
              <a:t>   Display: Previous, page numbers, Next</a:t>
            </a:r>
          </a:p>
          <a:p>
            <a:r>
              <a:rPr lang="en-PH" sz="3600">
                <a:ea typeface="+mn-lt"/>
                <a:cs typeface="+mn-lt"/>
              </a:rPr>
              <a:t>   Action: Click page number</a:t>
            </a:r>
            <a:endParaRPr lang="en-PH" sz="3600"/>
          </a:p>
          <a:p>
            <a:r>
              <a:rPr lang="en-PH" sz="3600">
                <a:ea typeface="+mn-lt"/>
                <a:cs typeface="+mn-lt"/>
              </a:rPr>
              <a:t>    Action Logic: Navigate to /Members/</a:t>
            </a:r>
            <a:r>
              <a:rPr lang="en-PH" sz="3600" err="1">
                <a:ea typeface="+mn-lt"/>
                <a:cs typeface="+mn-lt"/>
              </a:rPr>
              <a:t>Index?pageNumber</a:t>
            </a:r>
            <a:r>
              <a:rPr lang="en-PH" sz="3600">
                <a:ea typeface="+mn-lt"/>
                <a:cs typeface="+mn-lt"/>
              </a:rPr>
              <a:t>={n}&amp;</a:t>
            </a:r>
            <a:r>
              <a:rPr lang="en-PH" sz="3600" err="1">
                <a:ea typeface="+mn-lt"/>
                <a:cs typeface="+mn-lt"/>
              </a:rPr>
              <a:t>searchTerm</a:t>
            </a:r>
            <a:r>
              <a:rPr lang="en-PH" sz="3600">
                <a:ea typeface="+mn-lt"/>
                <a:cs typeface="+mn-lt"/>
              </a:rPr>
              <a:t>={term}</a:t>
            </a:r>
            <a:endParaRPr lang="en-PH" sz="3600"/>
          </a:p>
          <a:p>
            <a:endParaRPr lang="en-PH" sz="3600">
              <a:ea typeface="+mn-lt"/>
              <a:cs typeface="+mn-lt"/>
            </a:endParaRPr>
          </a:p>
          <a:p>
            <a:r>
              <a:rPr lang="en-PH" sz="3600" b="1">
                <a:ea typeface="+mn-lt"/>
                <a:cs typeface="+mn-lt"/>
              </a:rPr>
              <a:t>  Field: Action buttons (per row)</a:t>
            </a:r>
            <a:endParaRPr lang="en-PH" sz="3600" b="1"/>
          </a:p>
          <a:p>
            <a:r>
              <a:rPr lang="en-PH" sz="3600">
                <a:cs typeface="Arial"/>
              </a:rPr>
              <a:t> </a:t>
            </a:r>
            <a:r>
              <a:rPr lang="en-PH" sz="3600">
                <a:ea typeface="+mn-lt"/>
                <a:cs typeface="+mn-lt"/>
              </a:rPr>
              <a:t>   View Details button</a:t>
            </a:r>
            <a:endParaRPr lang="en-PH" sz="3600"/>
          </a:p>
          <a:p>
            <a:r>
              <a:rPr lang="en-PH" sz="3600">
                <a:ea typeface="+mn-lt"/>
                <a:cs typeface="+mn-lt"/>
              </a:rPr>
              <a:t>   Action: Click</a:t>
            </a:r>
            <a:endParaRPr lang="en-PH" sz="3600"/>
          </a:p>
          <a:p>
            <a:r>
              <a:rPr lang="en-PH" sz="3600">
                <a:ea typeface="+mn-lt"/>
                <a:cs typeface="+mn-lt"/>
              </a:rPr>
              <a:t>    Action Logic: Navigate to /Members/</a:t>
            </a:r>
            <a:r>
              <a:rPr lang="en-PH" sz="3600" err="1">
                <a:ea typeface="+mn-lt"/>
                <a:cs typeface="+mn-lt"/>
              </a:rPr>
              <a:t>Details?id</a:t>
            </a:r>
            <a:r>
              <a:rPr lang="en-PH" sz="3600">
                <a:ea typeface="+mn-lt"/>
                <a:cs typeface="+mn-lt"/>
              </a:rPr>
              <a:t>={</a:t>
            </a:r>
            <a:r>
              <a:rPr lang="en-PH" sz="3600" err="1">
                <a:ea typeface="+mn-lt"/>
                <a:cs typeface="+mn-lt"/>
              </a:rPr>
              <a:t>memberId</a:t>
            </a:r>
            <a:r>
              <a:rPr lang="en-PH" sz="3600">
                <a:ea typeface="+mn-lt"/>
                <a:cs typeface="+mn-lt"/>
              </a:rPr>
              <a:t>}</a:t>
            </a:r>
            <a:endParaRPr lang="en-PH" sz="3600"/>
          </a:p>
          <a:p>
            <a:r>
              <a:rPr lang="en-PH" sz="3600">
                <a:ea typeface="+mn-lt"/>
                <a:cs typeface="+mn-lt"/>
              </a:rPr>
              <a:t>    Edit button</a:t>
            </a:r>
            <a:endParaRPr lang="en-PH" sz="3600"/>
          </a:p>
          <a:p>
            <a:r>
              <a:rPr lang="en-PH" sz="3600">
                <a:ea typeface="+mn-lt"/>
                <a:cs typeface="+mn-lt"/>
              </a:rPr>
              <a:t>   Action: Click</a:t>
            </a:r>
            <a:endParaRPr lang="en-PH" sz="3600"/>
          </a:p>
          <a:p>
            <a:r>
              <a:rPr lang="en-PH" sz="3600">
                <a:ea typeface="+mn-lt"/>
                <a:cs typeface="+mn-lt"/>
              </a:rPr>
              <a:t>    Action Logic: Navigate to /Members/</a:t>
            </a:r>
            <a:r>
              <a:rPr lang="en-PH" sz="3600" err="1">
                <a:ea typeface="+mn-lt"/>
                <a:cs typeface="+mn-lt"/>
              </a:rPr>
              <a:t>Edit?id</a:t>
            </a:r>
            <a:r>
              <a:rPr lang="en-PH" sz="3600">
                <a:ea typeface="+mn-lt"/>
                <a:cs typeface="+mn-lt"/>
              </a:rPr>
              <a:t>={</a:t>
            </a:r>
            <a:r>
              <a:rPr lang="en-PH" sz="3600" err="1">
                <a:ea typeface="+mn-lt"/>
                <a:cs typeface="+mn-lt"/>
              </a:rPr>
              <a:t>memberId</a:t>
            </a:r>
            <a:r>
              <a:rPr lang="en-PH" sz="3600">
                <a:ea typeface="+mn-lt"/>
                <a:cs typeface="+mn-lt"/>
              </a:rPr>
              <a:t>}</a:t>
            </a:r>
            <a:endParaRPr lang="en-PH" sz="3600"/>
          </a:p>
          <a:p>
            <a:r>
              <a:rPr lang="en-PH" sz="3600">
                <a:ea typeface="+mn-lt"/>
                <a:cs typeface="+mn-lt"/>
              </a:rPr>
              <a:t>    Suspend button (for Active members)</a:t>
            </a:r>
            <a:endParaRPr lang="en-PH" sz="3600"/>
          </a:p>
          <a:p>
            <a:r>
              <a:rPr lang="en-PH" sz="3600">
                <a:ea typeface="+mn-lt"/>
                <a:cs typeface="+mn-lt"/>
              </a:rPr>
              <a:t>   Action: Click</a:t>
            </a:r>
            <a:endParaRPr lang="en-PH" sz="3600"/>
          </a:p>
          <a:p>
            <a:r>
              <a:rPr lang="en-PH" sz="3600">
                <a:ea typeface="+mn-lt"/>
                <a:cs typeface="+mn-lt"/>
              </a:rPr>
              <a:t>    Action Logic: Navigate to /Members/</a:t>
            </a:r>
            <a:r>
              <a:rPr lang="en-PH" sz="3600" err="1">
                <a:ea typeface="+mn-lt"/>
                <a:cs typeface="+mn-lt"/>
              </a:rPr>
              <a:t>Suspend?id</a:t>
            </a:r>
            <a:r>
              <a:rPr lang="en-PH" sz="3600">
                <a:ea typeface="+mn-lt"/>
                <a:cs typeface="+mn-lt"/>
              </a:rPr>
              <a:t>={</a:t>
            </a:r>
            <a:r>
              <a:rPr lang="en-PH" sz="3600" err="1">
                <a:ea typeface="+mn-lt"/>
                <a:cs typeface="+mn-lt"/>
              </a:rPr>
              <a:t>memberId</a:t>
            </a:r>
            <a:r>
              <a:rPr lang="en-PH" sz="3600">
                <a:ea typeface="+mn-lt"/>
                <a:cs typeface="+mn-lt"/>
              </a:rPr>
              <a:t>}</a:t>
            </a:r>
            <a:endParaRPr lang="en-PH" sz="3600"/>
          </a:p>
          <a:p>
            <a:r>
              <a:rPr lang="en-PH" sz="3600">
                <a:ea typeface="+mn-lt"/>
                <a:cs typeface="+mn-lt"/>
              </a:rPr>
              <a:t>    Reactivate button (for Suspended members)</a:t>
            </a:r>
            <a:endParaRPr lang="en-PH" sz="3600"/>
          </a:p>
          <a:p>
            <a:r>
              <a:rPr lang="en-PH" sz="3600">
                <a:ea typeface="+mn-lt"/>
                <a:cs typeface="+mn-lt"/>
              </a:rPr>
              <a:t>   Action: Click</a:t>
            </a:r>
            <a:endParaRPr lang="en-PH" sz="3600"/>
          </a:p>
          <a:p>
            <a:r>
              <a:rPr lang="en-PH" sz="3600">
                <a:ea typeface="+mn-lt"/>
                <a:cs typeface="+mn-lt"/>
              </a:rPr>
              <a:t>    Action Logic: Navigate to /Members/</a:t>
            </a:r>
            <a:r>
              <a:rPr lang="en-PH" sz="3600" err="1">
                <a:ea typeface="+mn-lt"/>
                <a:cs typeface="+mn-lt"/>
              </a:rPr>
              <a:t>Reactivate?id</a:t>
            </a:r>
            <a:r>
              <a:rPr lang="en-PH" sz="3600">
                <a:ea typeface="+mn-lt"/>
                <a:cs typeface="+mn-lt"/>
              </a:rPr>
              <a:t>={</a:t>
            </a:r>
            <a:r>
              <a:rPr lang="en-PH" sz="3600" err="1">
                <a:ea typeface="+mn-lt"/>
                <a:cs typeface="+mn-lt"/>
              </a:rPr>
              <a:t>memberId</a:t>
            </a:r>
            <a:r>
              <a:rPr lang="en-PH" sz="3600">
                <a:ea typeface="+mn-lt"/>
                <a:cs typeface="+mn-lt"/>
              </a:rPr>
              <a:t>}</a:t>
            </a:r>
            <a:endParaRPr lang="en-PH" sz="3600"/>
          </a:p>
          <a:p>
            <a:endParaRPr lang="en-PH" sz="1400">
              <a:cs typeface="Arial"/>
            </a:endParaRPr>
          </a:p>
        </p:txBody>
      </p:sp>
      <p:sp>
        <p:nvSpPr>
          <p:cNvPr id="6" name="Text Placeholder 5">
            <a:extLst>
              <a:ext uri="{FF2B5EF4-FFF2-40B4-BE49-F238E27FC236}">
                <a16:creationId xmlns:a16="http://schemas.microsoft.com/office/drawing/2014/main" id="{583DA474-0DE6-C3F4-BF23-0B734D66AE09}"/>
              </a:ext>
            </a:extLst>
          </p:cNvPr>
          <p:cNvSpPr>
            <a:spLocks noGrp="1"/>
          </p:cNvSpPr>
          <p:nvPr>
            <p:ph type="body" sz="quarter" idx="13"/>
          </p:nvPr>
        </p:nvSpPr>
        <p:spPr/>
        <p:txBody>
          <a:bodyPr/>
          <a:lstStyle/>
          <a:p>
            <a:r>
              <a:rPr lang="en-PH">
                <a:latin typeface="Impact"/>
              </a:rPr>
              <a:t>5.0 </a:t>
            </a:r>
            <a:r>
              <a:rPr lang="en-PH" i="1">
                <a:latin typeface="Impact"/>
              </a:rPr>
              <a:t>Members – List Page Logic</a:t>
            </a:r>
            <a:endParaRPr lang="en-PH">
              <a:solidFill>
                <a:srgbClr val="000000"/>
              </a:solidFill>
              <a:latin typeface="Impact"/>
            </a:endParaRPr>
          </a:p>
        </p:txBody>
      </p:sp>
    </p:spTree>
    <p:extLst>
      <p:ext uri="{BB962C8B-B14F-4D97-AF65-F5344CB8AC3E}">
        <p14:creationId xmlns:p14="http://schemas.microsoft.com/office/powerpoint/2010/main" val="36970802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41CE0-EC58-9DF4-7956-BD177E2220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B50087-1110-120C-74B2-65846635FC90}"/>
              </a:ext>
            </a:extLst>
          </p:cNvPr>
          <p:cNvSpPr txBox="1"/>
          <p:nvPr/>
        </p:nvSpPr>
        <p:spPr>
          <a:xfrm>
            <a:off x="358768" y="2088520"/>
            <a:ext cx="24163662" cy="111107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Arial"/>
                <a:ea typeface="Calibri"/>
                <a:cs typeface="Arial"/>
              </a:rPr>
              <a:t>Members/</a:t>
            </a:r>
            <a:r>
              <a:rPr lang="en-PH" sz="3600" b="1" i="1">
                <a:ea typeface="Calibri"/>
                <a:cs typeface="Arial"/>
              </a:rPr>
              <a:t>Create, Edit, Details, Suspend, Reactivate</a:t>
            </a:r>
            <a:endParaRPr lang="en-US"/>
          </a:p>
          <a:p>
            <a:r>
              <a:rPr lang="en-PH" sz="3600" b="1">
                <a:ea typeface="+mn-lt"/>
                <a:cs typeface="+mn-lt"/>
              </a:rPr>
              <a:t>  Members/Create:</a:t>
            </a:r>
            <a:endParaRPr lang="en-PH" b="1"/>
          </a:p>
          <a:p>
            <a:r>
              <a:rPr lang="en-PH" sz="3600">
                <a:ea typeface="+mn-lt"/>
                <a:cs typeface="+mn-lt"/>
              </a:rPr>
              <a:t>    Similar logic to Admin/</a:t>
            </a:r>
            <a:r>
              <a:rPr lang="en-PH" sz="3600" err="1">
                <a:ea typeface="+mn-lt"/>
                <a:cs typeface="+mn-lt"/>
              </a:rPr>
              <a:t>CreateAccount</a:t>
            </a:r>
            <a:r>
              <a:rPr lang="en-PH" sz="3600">
                <a:ea typeface="+mn-lt"/>
                <a:cs typeface="+mn-lt"/>
              </a:rPr>
              <a:t> (Member section)</a:t>
            </a:r>
            <a:endParaRPr lang="en-PH"/>
          </a:p>
          <a:p>
            <a:r>
              <a:rPr lang="en-PH" sz="3600">
                <a:ea typeface="+mn-lt"/>
                <a:cs typeface="+mn-lt"/>
              </a:rPr>
              <a:t>    Admin only; Form for new member creation</a:t>
            </a:r>
            <a:endParaRPr lang="en-PH"/>
          </a:p>
          <a:p>
            <a:endParaRPr lang="en-PH" sz="3600">
              <a:ea typeface="+mn-lt"/>
              <a:cs typeface="+mn-lt"/>
            </a:endParaRPr>
          </a:p>
          <a:p>
            <a:r>
              <a:rPr lang="en-PH" sz="3600" b="1">
                <a:ea typeface="+mn-lt"/>
                <a:cs typeface="+mn-lt"/>
              </a:rPr>
              <a:t>  Members/Edit:</a:t>
            </a:r>
            <a:endParaRPr lang="en-PH" b="1"/>
          </a:p>
          <a:p>
            <a:r>
              <a:rPr lang="en-PH" sz="3600">
                <a:ea typeface="+mn-lt"/>
                <a:cs typeface="+mn-lt"/>
              </a:rPr>
              <a:t>    Load existing member data</a:t>
            </a:r>
            <a:endParaRPr lang="en-PH"/>
          </a:p>
          <a:p>
            <a:r>
              <a:rPr lang="en-PH" sz="3600">
                <a:ea typeface="+mn-lt"/>
                <a:cs typeface="+mn-lt"/>
              </a:rPr>
              <a:t>    Update form; Validate; Call </a:t>
            </a:r>
            <a:r>
              <a:rPr lang="en-PH" sz="3600" err="1">
                <a:ea typeface="+mn-lt"/>
                <a:cs typeface="+mn-lt"/>
              </a:rPr>
              <a:t>IMemberService.UpdateMember</a:t>
            </a:r>
            <a:r>
              <a:rPr lang="en-PH" sz="3600">
                <a:ea typeface="+mn-lt"/>
                <a:cs typeface="+mn-lt"/>
              </a:rPr>
              <a:t>()</a:t>
            </a:r>
            <a:endParaRPr lang="en-PH"/>
          </a:p>
          <a:p>
            <a:endParaRPr lang="en-PH" sz="3600">
              <a:ea typeface="+mn-lt"/>
              <a:cs typeface="+mn-lt"/>
            </a:endParaRPr>
          </a:p>
          <a:p>
            <a:r>
              <a:rPr lang="en-PH" sz="3600" b="1">
                <a:ea typeface="+mn-lt"/>
                <a:cs typeface="+mn-lt"/>
              </a:rPr>
              <a:t>  Members/Details:</a:t>
            </a:r>
            <a:endParaRPr lang="en-PH" b="1"/>
          </a:p>
          <a:p>
            <a:r>
              <a:rPr lang="en-PH" sz="3600">
                <a:cs typeface="Arial"/>
              </a:rPr>
              <a:t> </a:t>
            </a:r>
            <a:r>
              <a:rPr lang="en-PH" sz="3600">
                <a:ea typeface="+mn-lt"/>
                <a:cs typeface="+mn-lt"/>
              </a:rPr>
              <a:t>   Read-only display of all member information</a:t>
            </a:r>
            <a:endParaRPr lang="en-PH"/>
          </a:p>
          <a:p>
            <a:r>
              <a:rPr lang="en-PH" sz="3600">
                <a:ea typeface="+mn-lt"/>
                <a:cs typeface="+mn-lt"/>
              </a:rPr>
              <a:t>    Show borrowing history, fines, active transactions</a:t>
            </a:r>
            <a:endParaRPr lang="en-PH"/>
          </a:p>
          <a:p>
            <a:r>
              <a:rPr lang="en-PH" sz="3600" b="1">
                <a:ea typeface="+mn-lt"/>
                <a:cs typeface="+mn-lt"/>
              </a:rPr>
              <a:t>  Members/Suspend:</a:t>
            </a:r>
            <a:endParaRPr lang="en-PH" b="1"/>
          </a:p>
          <a:p>
            <a:r>
              <a:rPr lang="en-PH" sz="3600">
                <a:ea typeface="+mn-lt"/>
                <a:cs typeface="+mn-lt"/>
              </a:rPr>
              <a:t>    Confirmation page</a:t>
            </a:r>
            <a:endParaRPr lang="en-PH"/>
          </a:p>
          <a:p>
            <a:r>
              <a:rPr lang="en-PH" sz="3600">
                <a:ea typeface="+mn-lt"/>
                <a:cs typeface="+mn-lt"/>
              </a:rPr>
              <a:t>    </a:t>
            </a:r>
            <a:r>
              <a:rPr lang="en-PH" sz="3600" err="1">
                <a:ea typeface="+mn-lt"/>
                <a:cs typeface="+mn-lt"/>
              </a:rPr>
              <a:t>OnPost</a:t>
            </a:r>
            <a:r>
              <a:rPr lang="en-PH" sz="3600">
                <a:ea typeface="+mn-lt"/>
                <a:cs typeface="+mn-lt"/>
              </a:rPr>
              <a:t>: Update Status to Suspended; Redirect</a:t>
            </a:r>
            <a:endParaRPr lang="en-PH"/>
          </a:p>
          <a:p>
            <a:endParaRPr lang="en-PH" sz="3600" b="1">
              <a:ea typeface="+mn-lt"/>
              <a:cs typeface="+mn-lt"/>
            </a:endParaRPr>
          </a:p>
          <a:p>
            <a:r>
              <a:rPr lang="en-PH" sz="3600" b="1">
                <a:ea typeface="+mn-lt"/>
                <a:cs typeface="+mn-lt"/>
              </a:rPr>
              <a:t>  Members/Reactivate:</a:t>
            </a:r>
            <a:endParaRPr lang="en-PH" b="1"/>
          </a:p>
          <a:p>
            <a:r>
              <a:rPr lang="en-PH" sz="3600">
                <a:cs typeface="Arial"/>
              </a:rPr>
              <a:t> </a:t>
            </a:r>
            <a:r>
              <a:rPr lang="en-PH" sz="3600">
                <a:ea typeface="+mn-lt"/>
                <a:cs typeface="+mn-lt"/>
              </a:rPr>
              <a:t>   Confirmation page</a:t>
            </a:r>
            <a:endParaRPr lang="en-PH"/>
          </a:p>
          <a:p>
            <a:r>
              <a:rPr lang="en-PH" sz="3600">
                <a:ea typeface="+mn-lt"/>
                <a:cs typeface="+mn-lt"/>
              </a:rPr>
              <a:t>    </a:t>
            </a:r>
            <a:r>
              <a:rPr lang="en-PH" sz="3600" err="1">
                <a:ea typeface="+mn-lt"/>
                <a:cs typeface="+mn-lt"/>
              </a:rPr>
              <a:t>OnPost</a:t>
            </a:r>
            <a:r>
              <a:rPr lang="en-PH" sz="3600">
                <a:ea typeface="+mn-lt"/>
                <a:cs typeface="+mn-lt"/>
              </a:rPr>
              <a:t>: Update Status to Active; Redirect</a:t>
            </a:r>
            <a:endParaRPr lang="en-PH"/>
          </a:p>
          <a:p>
            <a:endParaRPr lang="en-PH" sz="1400">
              <a:cs typeface="Arial"/>
            </a:endParaRPr>
          </a:p>
        </p:txBody>
      </p:sp>
      <p:sp>
        <p:nvSpPr>
          <p:cNvPr id="6" name="Text Placeholder 5">
            <a:extLst>
              <a:ext uri="{FF2B5EF4-FFF2-40B4-BE49-F238E27FC236}">
                <a16:creationId xmlns:a16="http://schemas.microsoft.com/office/drawing/2014/main" id="{7703779B-8C93-8B3C-584F-DF557A9D3480}"/>
              </a:ext>
            </a:extLst>
          </p:cNvPr>
          <p:cNvSpPr>
            <a:spLocks noGrp="1"/>
          </p:cNvSpPr>
          <p:nvPr>
            <p:ph type="body" sz="quarter" idx="13"/>
          </p:nvPr>
        </p:nvSpPr>
        <p:spPr/>
        <p:txBody>
          <a:bodyPr/>
          <a:lstStyle/>
          <a:p>
            <a:r>
              <a:rPr lang="en-PH">
                <a:latin typeface="Impact"/>
              </a:rPr>
              <a:t>5.1 </a:t>
            </a:r>
            <a:r>
              <a:rPr lang="en-PH" i="1">
                <a:latin typeface="Impact"/>
              </a:rPr>
              <a:t>Members – CRUD Page Logic</a:t>
            </a:r>
            <a:endParaRPr lang="en-PH">
              <a:solidFill>
                <a:srgbClr val="000000"/>
              </a:solidFill>
              <a:latin typeface="Impact"/>
            </a:endParaRPr>
          </a:p>
        </p:txBody>
      </p:sp>
    </p:spTree>
    <p:extLst>
      <p:ext uri="{BB962C8B-B14F-4D97-AF65-F5344CB8AC3E}">
        <p14:creationId xmlns:p14="http://schemas.microsoft.com/office/powerpoint/2010/main" val="1069133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FBBF-E453-82E7-CFF3-A88E98E68A62}"/>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C9799C7B-C155-B37B-2B42-F8762E94BDB5}"/>
              </a:ext>
            </a:extLst>
          </p:cNvPr>
          <p:cNvSpPr>
            <a:spLocks noGrp="1"/>
          </p:cNvSpPr>
          <p:nvPr>
            <p:ph type="body" sz="quarter" idx="13"/>
          </p:nvPr>
        </p:nvSpPr>
        <p:spPr/>
        <p:txBody>
          <a:bodyPr/>
          <a:lstStyle/>
          <a:p>
            <a:r>
              <a:rPr lang="en-PH">
                <a:latin typeface="Impact"/>
              </a:rPr>
              <a:t>6.0 Borrowing – Borrow Page</a:t>
            </a:r>
            <a:endParaRPr lang="en-US"/>
          </a:p>
        </p:txBody>
      </p:sp>
      <p:pic>
        <p:nvPicPr>
          <p:cNvPr id="3" name="Picture 2">
            <a:extLst>
              <a:ext uri="{FF2B5EF4-FFF2-40B4-BE49-F238E27FC236}">
                <a16:creationId xmlns:a16="http://schemas.microsoft.com/office/drawing/2014/main" id="{F077E4FA-9D63-CB1A-EC13-17A580A66FD3}"/>
              </a:ext>
            </a:extLst>
          </p:cNvPr>
          <p:cNvPicPr>
            <a:picLocks noChangeAspect="1"/>
          </p:cNvPicPr>
          <p:nvPr/>
        </p:nvPicPr>
        <p:blipFill>
          <a:blip r:embed="rId2"/>
          <a:stretch>
            <a:fillRect/>
          </a:stretch>
        </p:blipFill>
        <p:spPr>
          <a:xfrm>
            <a:off x="1204663" y="1850005"/>
            <a:ext cx="21358263" cy="10868598"/>
          </a:xfrm>
          <a:prstGeom prst="rect">
            <a:avLst/>
          </a:prstGeom>
        </p:spPr>
      </p:pic>
    </p:spTree>
    <p:extLst>
      <p:ext uri="{BB962C8B-B14F-4D97-AF65-F5344CB8AC3E}">
        <p14:creationId xmlns:p14="http://schemas.microsoft.com/office/powerpoint/2010/main" val="9413205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FE6E5-C838-2F00-6A70-1C28CA45DE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91BF54-2D71-628D-7C4C-DB9D34D520FB}"/>
              </a:ext>
            </a:extLst>
          </p:cNvPr>
          <p:cNvSpPr txBox="1"/>
          <p:nvPr/>
        </p:nvSpPr>
        <p:spPr>
          <a:xfrm>
            <a:off x="540786" y="1779090"/>
            <a:ext cx="24163662" cy="129266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Borrowing/</a:t>
            </a:r>
            <a:r>
              <a:rPr lang="en-PH" sz="4000" b="1" i="1">
                <a:ea typeface="Calibri"/>
                <a:cs typeface="Arial"/>
              </a:rPr>
              <a:t>Index — Transaction List</a:t>
            </a:r>
            <a:endParaRPr lang="en-US"/>
          </a:p>
          <a:p>
            <a:r>
              <a:rPr lang="en-PH" sz="4000" b="1">
                <a:ea typeface="+mn-lt"/>
                <a:cs typeface="+mn-lt"/>
              </a:rPr>
              <a:t>  Field: Filter tabs</a:t>
            </a:r>
            <a:endParaRPr lang="en-PH" sz="4000" b="1"/>
          </a:p>
          <a:p>
            <a:r>
              <a:rPr lang="en-PH" sz="4000">
                <a:cs typeface="Arial"/>
              </a:rPr>
              <a:t> </a:t>
            </a:r>
            <a:r>
              <a:rPr lang="en-PH" sz="4000">
                <a:ea typeface="+mn-lt"/>
                <a:cs typeface="+mn-lt"/>
              </a:rPr>
              <a:t>   Logic: Filter by transaction status</a:t>
            </a:r>
            <a:endParaRPr lang="en-PH" sz="4000"/>
          </a:p>
          <a:p>
            <a:r>
              <a:rPr lang="en-PH" sz="4000">
                <a:ea typeface="+mn-lt"/>
                <a:cs typeface="+mn-lt"/>
              </a:rPr>
              <a:t>   Options: All, Active, Overdue, Returned</a:t>
            </a:r>
            <a:endParaRPr lang="en-PH"/>
          </a:p>
          <a:p>
            <a:r>
              <a:rPr lang="en-PH" sz="4000">
                <a:ea typeface="+mn-lt"/>
                <a:cs typeface="+mn-lt"/>
              </a:rPr>
              <a:t>   Action: Click filter tab</a:t>
            </a:r>
            <a:endParaRPr lang="en-PH"/>
          </a:p>
          <a:p>
            <a:r>
              <a:rPr lang="en-PH" sz="4000">
                <a:ea typeface="+mn-lt"/>
                <a:cs typeface="+mn-lt"/>
              </a:rPr>
              <a:t>    Action Logic: Reload with status parameter</a:t>
            </a:r>
            <a:endParaRPr lang="en-PH"/>
          </a:p>
          <a:p>
            <a:endParaRPr lang="en-PH" sz="4000">
              <a:ea typeface="+mn-lt"/>
              <a:cs typeface="+mn-lt"/>
            </a:endParaRPr>
          </a:p>
          <a:p>
            <a:r>
              <a:rPr lang="en-PH" sz="4000">
                <a:ea typeface="+mn-lt"/>
                <a:cs typeface="+mn-lt"/>
              </a:rPr>
              <a:t>  </a:t>
            </a:r>
            <a:r>
              <a:rPr lang="en-PH" sz="4000" b="1">
                <a:ea typeface="+mn-lt"/>
                <a:cs typeface="+mn-lt"/>
              </a:rPr>
              <a:t>Field: Transactions table</a:t>
            </a:r>
            <a:endParaRPr lang="en-PH" b="1"/>
          </a:p>
          <a:p>
            <a:r>
              <a:rPr lang="en-PH" sz="4000">
                <a:ea typeface="+mn-lt"/>
                <a:cs typeface="+mn-lt"/>
              </a:rPr>
              <a:t>    Logic: Role-based display</a:t>
            </a:r>
            <a:endParaRPr lang="en-PH"/>
          </a:p>
          <a:p>
            <a:r>
              <a:rPr lang="en-PH" sz="4000">
                <a:ea typeface="+mn-lt"/>
                <a:cs typeface="+mn-lt"/>
              </a:rPr>
              <a:t>   Admin: Show all transactions</a:t>
            </a:r>
            <a:endParaRPr lang="en-PH"/>
          </a:p>
          <a:p>
            <a:r>
              <a:rPr lang="en-PH" sz="4000">
                <a:ea typeface="+mn-lt"/>
                <a:cs typeface="+mn-lt"/>
              </a:rPr>
              <a:t>   Member: Show only their transactions</a:t>
            </a:r>
            <a:endParaRPr lang="en-PH"/>
          </a:p>
          <a:p>
            <a:r>
              <a:rPr lang="en-PH" sz="4000">
                <a:ea typeface="+mn-lt"/>
                <a:cs typeface="+mn-lt"/>
              </a:rPr>
              <a:t>   Columns: Member Name, Book Title, Borrow Date, Due Date, Status (badge), Actions</a:t>
            </a:r>
            <a:endParaRPr lang="en-PH"/>
          </a:p>
          <a:p>
            <a:r>
              <a:rPr lang="en-PH" sz="4000">
                <a:ea typeface="+mn-lt"/>
                <a:cs typeface="+mn-lt"/>
              </a:rPr>
              <a:t>   Action: Page load</a:t>
            </a:r>
            <a:endParaRPr lang="en-PH"/>
          </a:p>
          <a:p>
            <a:r>
              <a:rPr lang="en-PH" sz="4000">
                <a:ea typeface="+mn-lt"/>
                <a:cs typeface="+mn-lt"/>
              </a:rPr>
              <a:t>    Action Logic: Load transactions filtered by role and status</a:t>
            </a:r>
            <a:endParaRPr lang="en-PH"/>
          </a:p>
          <a:p>
            <a:endParaRPr lang="en-PH" sz="4000">
              <a:ea typeface="+mn-lt"/>
              <a:cs typeface="+mn-lt"/>
            </a:endParaRPr>
          </a:p>
          <a:p>
            <a:r>
              <a:rPr lang="en-PH" sz="4000" b="1">
                <a:ea typeface="+mn-lt"/>
                <a:cs typeface="+mn-lt"/>
              </a:rPr>
              <a:t>  Field: Return Book button</a:t>
            </a:r>
            <a:endParaRPr lang="en-PH" b="1"/>
          </a:p>
          <a:p>
            <a:r>
              <a:rPr lang="en-PH" sz="4000">
                <a:cs typeface="Arial"/>
              </a:rPr>
              <a:t> </a:t>
            </a:r>
            <a:r>
              <a:rPr lang="en-PH" sz="4000">
                <a:ea typeface="+mn-lt"/>
                <a:cs typeface="+mn-lt"/>
              </a:rPr>
              <a:t>   Logic: Process book return</a:t>
            </a:r>
            <a:endParaRPr lang="en-PH"/>
          </a:p>
          <a:p>
            <a:r>
              <a:rPr lang="en-PH" sz="4000">
                <a:ea typeface="+mn-lt"/>
                <a:cs typeface="+mn-lt"/>
              </a:rPr>
              <a:t>   Action: Click "Return Book"</a:t>
            </a:r>
            <a:endParaRPr lang="en-PH"/>
          </a:p>
          <a:p>
            <a:r>
              <a:rPr lang="en-PH" sz="4000">
                <a:ea typeface="+mn-lt"/>
                <a:cs typeface="+mn-lt"/>
              </a:rPr>
              <a:t>    Action Logic: Navigate to /Borrowing/</a:t>
            </a:r>
            <a:r>
              <a:rPr lang="en-PH" sz="4000" err="1">
                <a:ea typeface="+mn-lt"/>
                <a:cs typeface="+mn-lt"/>
              </a:rPr>
              <a:t>Return?id</a:t>
            </a:r>
            <a:r>
              <a:rPr lang="en-PH" sz="4000">
                <a:ea typeface="+mn-lt"/>
                <a:cs typeface="+mn-lt"/>
              </a:rPr>
              <a:t>={</a:t>
            </a:r>
            <a:r>
              <a:rPr lang="en-PH" sz="4000" err="1">
                <a:ea typeface="+mn-lt"/>
                <a:cs typeface="+mn-lt"/>
              </a:rPr>
              <a:t>transactionId</a:t>
            </a:r>
            <a:r>
              <a:rPr lang="en-PH" sz="4000">
                <a:ea typeface="+mn-lt"/>
                <a:cs typeface="+mn-lt"/>
              </a:rPr>
              <a:t>}</a:t>
            </a:r>
            <a:endParaRPr lang="en-PH"/>
          </a:p>
          <a:p>
            <a:endParaRPr lang="en-PH" sz="4000">
              <a:cs typeface="Arial"/>
            </a:endParaRPr>
          </a:p>
          <a:p>
            <a:endParaRPr lang="en-PH" sz="1600">
              <a:cs typeface="Arial"/>
            </a:endParaRPr>
          </a:p>
        </p:txBody>
      </p:sp>
      <p:sp>
        <p:nvSpPr>
          <p:cNvPr id="6" name="Text Placeholder 5">
            <a:extLst>
              <a:ext uri="{FF2B5EF4-FFF2-40B4-BE49-F238E27FC236}">
                <a16:creationId xmlns:a16="http://schemas.microsoft.com/office/drawing/2014/main" id="{ADD792C7-5F2C-4F21-2CC0-0A0405E11FEB}"/>
              </a:ext>
            </a:extLst>
          </p:cNvPr>
          <p:cNvSpPr>
            <a:spLocks noGrp="1"/>
          </p:cNvSpPr>
          <p:nvPr>
            <p:ph type="body" sz="quarter" idx="13"/>
          </p:nvPr>
        </p:nvSpPr>
        <p:spPr/>
        <p:txBody>
          <a:bodyPr/>
          <a:lstStyle/>
          <a:p>
            <a:r>
              <a:rPr lang="en-PH">
                <a:latin typeface="Impact"/>
              </a:rPr>
              <a:t>6.0 </a:t>
            </a:r>
            <a:r>
              <a:rPr lang="en-PH" i="1">
                <a:latin typeface="Impact"/>
              </a:rPr>
              <a:t>Borrowing – Borrow Page Logic</a:t>
            </a:r>
            <a:endParaRPr lang="en-US"/>
          </a:p>
        </p:txBody>
      </p:sp>
    </p:spTree>
    <p:extLst>
      <p:ext uri="{BB962C8B-B14F-4D97-AF65-F5344CB8AC3E}">
        <p14:creationId xmlns:p14="http://schemas.microsoft.com/office/powerpoint/2010/main" val="25346280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7A13-C005-816A-7BA5-90C1470BB7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FDEFA6-9434-A767-D81B-8D09BA9A22BA}"/>
              </a:ext>
            </a:extLst>
          </p:cNvPr>
          <p:cNvSpPr txBox="1"/>
          <p:nvPr/>
        </p:nvSpPr>
        <p:spPr>
          <a:xfrm>
            <a:off x="540786" y="1779090"/>
            <a:ext cx="24163662" cy="98488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Borrowing/</a:t>
            </a:r>
            <a:r>
              <a:rPr lang="en-PH" sz="4000" b="1" i="1">
                <a:ea typeface="Calibri"/>
                <a:cs typeface="Arial"/>
              </a:rPr>
              <a:t>Borrow — Borrow Book</a:t>
            </a:r>
            <a:endParaRPr lang="en-US"/>
          </a:p>
          <a:p>
            <a:r>
              <a:rPr lang="en-PH" sz="4000" b="1">
                <a:ea typeface="+mn-lt"/>
                <a:cs typeface="+mn-lt"/>
              </a:rPr>
              <a:t>  Field: Member dropdown</a:t>
            </a:r>
            <a:endParaRPr lang="en-PH" sz="4000" b="1"/>
          </a:p>
          <a:p>
            <a:r>
              <a:rPr lang="en-PH" sz="4000">
                <a:cs typeface="Arial"/>
              </a:rPr>
              <a:t> </a:t>
            </a:r>
            <a:r>
              <a:rPr lang="en-PH" sz="4000">
                <a:ea typeface="+mn-lt"/>
                <a:cs typeface="+mn-lt"/>
              </a:rPr>
              <a:t>   Logic: Select borrower</a:t>
            </a:r>
            <a:endParaRPr lang="en-PH" sz="4000"/>
          </a:p>
          <a:p>
            <a:r>
              <a:rPr lang="en-PH" sz="4000">
                <a:ea typeface="+mn-lt"/>
                <a:cs typeface="+mn-lt"/>
              </a:rPr>
              <a:t>   Populated with: Active members only</a:t>
            </a:r>
            <a:endParaRPr lang="en-PH"/>
          </a:p>
          <a:p>
            <a:r>
              <a:rPr lang="en-PH" sz="4000">
                <a:ea typeface="+mn-lt"/>
                <a:cs typeface="+mn-lt"/>
              </a:rPr>
              <a:t>   If logged in as Member: Pre-select self; Disable dropdown</a:t>
            </a:r>
            <a:endParaRPr lang="en-PH"/>
          </a:p>
          <a:p>
            <a:endParaRPr lang="en-PH" sz="4000">
              <a:ea typeface="+mn-lt"/>
              <a:cs typeface="+mn-lt"/>
            </a:endParaRPr>
          </a:p>
          <a:p>
            <a:r>
              <a:rPr lang="en-PH" sz="4000" b="1">
                <a:ea typeface="+mn-lt"/>
                <a:cs typeface="+mn-lt"/>
              </a:rPr>
              <a:t>  Field: Book dropdown</a:t>
            </a:r>
            <a:endParaRPr lang="en-PH" b="1"/>
          </a:p>
          <a:p>
            <a:r>
              <a:rPr lang="en-PH" sz="4000">
                <a:ea typeface="+mn-lt"/>
                <a:cs typeface="+mn-lt"/>
              </a:rPr>
              <a:t>    Logic: Select book to borrow</a:t>
            </a:r>
            <a:endParaRPr lang="en-PH"/>
          </a:p>
          <a:p>
            <a:r>
              <a:rPr lang="en-PH" sz="4000">
                <a:ea typeface="+mn-lt"/>
                <a:cs typeface="+mn-lt"/>
              </a:rPr>
              <a:t>   Populated with: Available books only (</a:t>
            </a:r>
            <a:r>
              <a:rPr lang="en-PH" sz="4000" err="1">
                <a:ea typeface="+mn-lt"/>
                <a:cs typeface="+mn-lt"/>
              </a:rPr>
              <a:t>AvailableCopies</a:t>
            </a:r>
            <a:r>
              <a:rPr lang="en-PH" sz="4000">
                <a:ea typeface="+mn-lt"/>
                <a:cs typeface="+mn-lt"/>
              </a:rPr>
              <a:t> &gt; 0)</a:t>
            </a:r>
            <a:endParaRPr lang="en-PH"/>
          </a:p>
          <a:p>
            <a:r>
              <a:rPr lang="en-PH" sz="4000">
                <a:ea typeface="+mn-lt"/>
                <a:cs typeface="+mn-lt"/>
              </a:rPr>
              <a:t>   If </a:t>
            </a:r>
            <a:r>
              <a:rPr lang="en-PH" sz="4000" err="1">
                <a:ea typeface="+mn-lt"/>
                <a:cs typeface="+mn-lt"/>
              </a:rPr>
              <a:t>bookId</a:t>
            </a:r>
            <a:r>
              <a:rPr lang="en-PH" sz="4000">
                <a:ea typeface="+mn-lt"/>
                <a:cs typeface="+mn-lt"/>
              </a:rPr>
              <a:t> parameter provided: Pre-select book</a:t>
            </a:r>
            <a:endParaRPr lang="en-PH"/>
          </a:p>
          <a:p>
            <a:endParaRPr lang="en-PH" sz="4000">
              <a:ea typeface="+mn-lt"/>
              <a:cs typeface="+mn-lt"/>
            </a:endParaRPr>
          </a:p>
          <a:p>
            <a:r>
              <a:rPr lang="en-PH" sz="4000">
                <a:ea typeface="+mn-lt"/>
                <a:cs typeface="+mn-lt"/>
              </a:rPr>
              <a:t>  </a:t>
            </a:r>
            <a:r>
              <a:rPr lang="en-PH" sz="4000" b="1">
                <a:ea typeface="+mn-lt"/>
                <a:cs typeface="+mn-lt"/>
              </a:rPr>
              <a:t>Field: Terms and Conditions</a:t>
            </a:r>
            <a:endParaRPr lang="en-PH" b="1"/>
          </a:p>
          <a:p>
            <a:r>
              <a:rPr lang="en-PH" sz="4000">
                <a:cs typeface="Arial"/>
              </a:rPr>
              <a:t> </a:t>
            </a:r>
            <a:r>
              <a:rPr lang="en-PH" sz="4000">
                <a:ea typeface="+mn-lt"/>
                <a:cs typeface="+mn-lt"/>
              </a:rPr>
              <a:t>   Logic: Required acceptance checkbox</a:t>
            </a:r>
            <a:endParaRPr lang="en-PH"/>
          </a:p>
          <a:p>
            <a:r>
              <a:rPr lang="en-PH" sz="4000">
                <a:ea typeface="+mn-lt"/>
                <a:cs typeface="+mn-lt"/>
              </a:rPr>
              <a:t>   Validation: Must be checked to submit</a:t>
            </a:r>
            <a:endParaRPr lang="en-PH"/>
          </a:p>
          <a:p>
            <a:endParaRPr lang="en-PH" sz="4000">
              <a:ea typeface="+mn-lt"/>
              <a:cs typeface="+mn-lt"/>
            </a:endParaRPr>
          </a:p>
          <a:p>
            <a:endParaRPr lang="en-PH" sz="1600">
              <a:cs typeface="Arial"/>
            </a:endParaRPr>
          </a:p>
        </p:txBody>
      </p:sp>
      <p:sp>
        <p:nvSpPr>
          <p:cNvPr id="6" name="Text Placeholder 5">
            <a:extLst>
              <a:ext uri="{FF2B5EF4-FFF2-40B4-BE49-F238E27FC236}">
                <a16:creationId xmlns:a16="http://schemas.microsoft.com/office/drawing/2014/main" id="{5727BBF1-E77E-C862-F913-9063EB2644C9}"/>
              </a:ext>
            </a:extLst>
          </p:cNvPr>
          <p:cNvSpPr>
            <a:spLocks noGrp="1"/>
          </p:cNvSpPr>
          <p:nvPr>
            <p:ph type="body" sz="quarter" idx="13"/>
          </p:nvPr>
        </p:nvSpPr>
        <p:spPr/>
        <p:txBody>
          <a:bodyPr/>
          <a:lstStyle/>
          <a:p>
            <a:r>
              <a:rPr lang="en-PH">
                <a:latin typeface="Impact"/>
              </a:rPr>
              <a:t>6.0 </a:t>
            </a:r>
            <a:r>
              <a:rPr lang="en-PH" i="1">
                <a:latin typeface="Impact"/>
              </a:rPr>
              <a:t>Borrowing – Borrow Page Logic</a:t>
            </a:r>
            <a:endParaRPr lang="en-PH" i="1">
              <a:solidFill>
                <a:srgbClr val="000000"/>
              </a:solidFill>
              <a:latin typeface="Impact"/>
            </a:endParaRPr>
          </a:p>
        </p:txBody>
      </p:sp>
    </p:spTree>
    <p:extLst>
      <p:ext uri="{BB962C8B-B14F-4D97-AF65-F5344CB8AC3E}">
        <p14:creationId xmlns:p14="http://schemas.microsoft.com/office/powerpoint/2010/main" val="15933126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DD0D7-3D10-2A82-8C0B-B69B68C008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671D64-012C-288B-D9C2-1E3138946C78}"/>
              </a:ext>
            </a:extLst>
          </p:cNvPr>
          <p:cNvSpPr txBox="1"/>
          <p:nvPr/>
        </p:nvSpPr>
        <p:spPr>
          <a:xfrm>
            <a:off x="540786" y="1779090"/>
            <a:ext cx="24163662" cy="109260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200" b="1" i="1">
                <a:latin typeface="Arial"/>
                <a:ea typeface="Calibri"/>
                <a:cs typeface="Arial"/>
              </a:rPr>
              <a:t>Borrowing/</a:t>
            </a:r>
            <a:r>
              <a:rPr lang="en-PH" sz="3200" b="1" i="1">
                <a:ea typeface="Calibri"/>
                <a:cs typeface="Arial"/>
              </a:rPr>
              <a:t>Borrow — Borrow Book</a:t>
            </a:r>
            <a:endParaRPr lang="en-US" sz="3200"/>
          </a:p>
          <a:p>
            <a:r>
              <a:rPr lang="en-PH" sz="3200" b="1">
                <a:ea typeface="+mn-lt"/>
                <a:cs typeface="+mn-lt"/>
              </a:rPr>
              <a:t>  </a:t>
            </a:r>
          </a:p>
          <a:p>
            <a:r>
              <a:rPr lang="en-PH" sz="3200" b="1">
                <a:ea typeface="+mn-lt"/>
                <a:cs typeface="+mn-lt"/>
              </a:rPr>
              <a:t>  Field: Borrow Book button</a:t>
            </a:r>
            <a:endParaRPr lang="en-PH" sz="3200" b="1"/>
          </a:p>
          <a:p>
            <a:r>
              <a:rPr lang="en-PH" sz="3200">
                <a:ea typeface="+mn-lt"/>
                <a:cs typeface="+mn-lt"/>
              </a:rPr>
              <a:t>     Logic: Create borrow transaction</a:t>
            </a:r>
            <a:endParaRPr lang="en-PH" sz="3200"/>
          </a:p>
          <a:p>
            <a:r>
              <a:rPr lang="en-PH" sz="3200">
                <a:ea typeface="+mn-lt"/>
                <a:cs typeface="+mn-lt"/>
              </a:rPr>
              <a:t>   Action: Click "Borrow Book"</a:t>
            </a:r>
            <a:endParaRPr lang="en-PH" sz="3200"/>
          </a:p>
          <a:p>
            <a:r>
              <a:rPr lang="en-PH" sz="3200">
                <a:ea typeface="+mn-lt"/>
                <a:cs typeface="+mn-lt"/>
              </a:rPr>
              <a:t>    Action Logic: Submit form; Validate selections</a:t>
            </a:r>
            <a:endParaRPr lang="en-PH" sz="3200"/>
          </a:p>
          <a:p>
            <a:r>
              <a:rPr lang="en-PH" sz="3200">
                <a:ea typeface="+mn-lt"/>
                <a:cs typeface="+mn-lt"/>
              </a:rPr>
              <a:t>     Get </a:t>
            </a:r>
            <a:r>
              <a:rPr lang="en-PH" sz="3200" err="1">
                <a:ea typeface="+mn-lt"/>
                <a:cs typeface="+mn-lt"/>
              </a:rPr>
              <a:t>processedBy</a:t>
            </a:r>
            <a:r>
              <a:rPr lang="en-PH" sz="3200">
                <a:ea typeface="+mn-lt"/>
                <a:cs typeface="+mn-lt"/>
              </a:rPr>
              <a:t> name from session (Admin or Member)</a:t>
            </a:r>
            <a:endParaRPr lang="en-PH" sz="3200"/>
          </a:p>
          <a:p>
            <a:r>
              <a:rPr lang="en-PH" sz="3200">
                <a:ea typeface="+mn-lt"/>
                <a:cs typeface="+mn-lt"/>
              </a:rPr>
              <a:t>     Call </a:t>
            </a:r>
            <a:r>
              <a:rPr lang="en-PH" sz="3200" err="1">
                <a:ea typeface="+mn-lt"/>
                <a:cs typeface="+mn-lt"/>
              </a:rPr>
              <a:t>IBorrowingService.BorrowBook</a:t>
            </a:r>
            <a:r>
              <a:rPr lang="en-PH" sz="3200">
                <a:ea typeface="+mn-lt"/>
                <a:cs typeface="+mn-lt"/>
              </a:rPr>
              <a:t>(</a:t>
            </a:r>
            <a:r>
              <a:rPr lang="en-PH" sz="3200" err="1">
                <a:ea typeface="+mn-lt"/>
                <a:cs typeface="+mn-lt"/>
              </a:rPr>
              <a:t>memberId</a:t>
            </a:r>
            <a:r>
              <a:rPr lang="en-PH" sz="3200">
                <a:ea typeface="+mn-lt"/>
                <a:cs typeface="+mn-lt"/>
              </a:rPr>
              <a:t>, </a:t>
            </a:r>
            <a:r>
              <a:rPr lang="en-PH" sz="3200" err="1">
                <a:ea typeface="+mn-lt"/>
                <a:cs typeface="+mn-lt"/>
              </a:rPr>
              <a:t>bookId</a:t>
            </a:r>
            <a:r>
              <a:rPr lang="en-PH" sz="3200">
                <a:ea typeface="+mn-lt"/>
                <a:cs typeface="+mn-lt"/>
              </a:rPr>
              <a:t>, </a:t>
            </a:r>
            <a:r>
              <a:rPr lang="en-PH" sz="3200" err="1">
                <a:ea typeface="+mn-lt"/>
                <a:cs typeface="+mn-lt"/>
              </a:rPr>
              <a:t>processedBy</a:t>
            </a:r>
            <a:r>
              <a:rPr lang="en-PH" sz="3200">
                <a:ea typeface="+mn-lt"/>
                <a:cs typeface="+mn-lt"/>
              </a:rPr>
              <a:t>)</a:t>
            </a:r>
            <a:endParaRPr lang="en-PH" sz="3200"/>
          </a:p>
          <a:p>
            <a:r>
              <a:rPr lang="en-PH" sz="3200">
                <a:ea typeface="+mn-lt"/>
                <a:cs typeface="+mn-lt"/>
              </a:rPr>
              <a:t>     Service validation:</a:t>
            </a:r>
          </a:p>
          <a:p>
            <a:r>
              <a:rPr lang="en-PH" sz="3200">
                <a:ea typeface="+mn-lt"/>
                <a:cs typeface="+mn-lt"/>
              </a:rPr>
              <a:t>      Check member status is Active</a:t>
            </a:r>
            <a:endParaRPr lang="en-PH" sz="3200"/>
          </a:p>
          <a:p>
            <a:r>
              <a:rPr lang="en-PH" sz="3200">
                <a:ea typeface="+mn-lt"/>
                <a:cs typeface="+mn-lt"/>
              </a:rPr>
              <a:t>      Check member current borrow count &lt; borrowing limit</a:t>
            </a:r>
            <a:endParaRPr lang="en-PH" sz="3200"/>
          </a:p>
          <a:p>
            <a:r>
              <a:rPr lang="en-PH" sz="3200">
                <a:ea typeface="+mn-lt"/>
                <a:cs typeface="+mn-lt"/>
              </a:rPr>
              <a:t>      Check book availability (</a:t>
            </a:r>
            <a:r>
              <a:rPr lang="en-PH" sz="3200" err="1">
                <a:ea typeface="+mn-lt"/>
                <a:cs typeface="+mn-lt"/>
              </a:rPr>
              <a:t>AvailableCopies</a:t>
            </a:r>
            <a:r>
              <a:rPr lang="en-PH" sz="3200">
                <a:ea typeface="+mn-lt"/>
                <a:cs typeface="+mn-lt"/>
              </a:rPr>
              <a:t> &gt; 0)</a:t>
            </a:r>
          </a:p>
          <a:p>
            <a:r>
              <a:rPr lang="en-PH" sz="3200">
                <a:ea typeface="+mn-lt"/>
                <a:cs typeface="+mn-lt"/>
              </a:rPr>
              <a:t>      Check member has no outstanding unpaid fines</a:t>
            </a:r>
            <a:endParaRPr lang="en-PH" sz="3200"/>
          </a:p>
          <a:p>
            <a:r>
              <a:rPr lang="en-PH" sz="3200">
                <a:ea typeface="+mn-lt"/>
                <a:cs typeface="+mn-lt"/>
              </a:rPr>
              <a:t>     If valid:</a:t>
            </a:r>
          </a:p>
          <a:p>
            <a:r>
              <a:rPr lang="en-PH" sz="3200">
                <a:ea typeface="+mn-lt"/>
                <a:cs typeface="+mn-lt"/>
              </a:rPr>
              <a:t>      Create </a:t>
            </a:r>
            <a:r>
              <a:rPr lang="en-PH" sz="3200" err="1">
                <a:ea typeface="+mn-lt"/>
                <a:cs typeface="+mn-lt"/>
              </a:rPr>
              <a:t>BorrowTransaction</a:t>
            </a:r>
            <a:r>
              <a:rPr lang="en-PH" sz="3200">
                <a:ea typeface="+mn-lt"/>
                <a:cs typeface="+mn-lt"/>
              </a:rPr>
              <a:t> with </a:t>
            </a:r>
            <a:r>
              <a:rPr lang="en-PH" sz="3200" err="1">
                <a:ea typeface="+mn-lt"/>
                <a:cs typeface="+mn-lt"/>
              </a:rPr>
              <a:t>DueDate</a:t>
            </a:r>
            <a:r>
              <a:rPr lang="en-PH" sz="3200">
                <a:ea typeface="+mn-lt"/>
                <a:cs typeface="+mn-lt"/>
              </a:rPr>
              <a:t> = Today + 14 days, Status=Active</a:t>
            </a:r>
            <a:endParaRPr lang="en-PH" sz="3200"/>
          </a:p>
          <a:p>
            <a:r>
              <a:rPr lang="en-PH" sz="3200">
                <a:ea typeface="+mn-lt"/>
                <a:cs typeface="+mn-lt"/>
              </a:rPr>
              <a:t>      Decrement book </a:t>
            </a:r>
            <a:r>
              <a:rPr lang="en-PH" sz="3200" err="1">
                <a:ea typeface="+mn-lt"/>
                <a:cs typeface="+mn-lt"/>
              </a:rPr>
              <a:t>AvailableCopies</a:t>
            </a:r>
            <a:r>
              <a:rPr lang="en-PH" sz="3200">
                <a:ea typeface="+mn-lt"/>
                <a:cs typeface="+mn-lt"/>
              </a:rPr>
              <a:t> by 1</a:t>
            </a:r>
            <a:endParaRPr lang="en-PH" sz="3200"/>
          </a:p>
          <a:p>
            <a:r>
              <a:rPr lang="en-PH" sz="3200">
                <a:ea typeface="+mn-lt"/>
                <a:cs typeface="+mn-lt"/>
              </a:rPr>
              <a:t>      Increment member </a:t>
            </a:r>
            <a:r>
              <a:rPr lang="en-PH" sz="3200" err="1">
                <a:ea typeface="+mn-lt"/>
                <a:cs typeface="+mn-lt"/>
              </a:rPr>
              <a:t>CurrentBorrowedCount</a:t>
            </a:r>
            <a:r>
              <a:rPr lang="en-PH" sz="3200">
                <a:ea typeface="+mn-lt"/>
                <a:cs typeface="+mn-lt"/>
              </a:rPr>
              <a:t> by 1</a:t>
            </a:r>
            <a:endParaRPr lang="en-PH" sz="3200"/>
          </a:p>
          <a:p>
            <a:r>
              <a:rPr lang="en-PH" sz="3200">
                <a:ea typeface="+mn-lt"/>
                <a:cs typeface="+mn-lt"/>
              </a:rPr>
              <a:t>      Create notification for member</a:t>
            </a:r>
            <a:endParaRPr lang="en-PH" sz="3200"/>
          </a:p>
          <a:p>
            <a:r>
              <a:rPr lang="en-PH" sz="3200">
                <a:ea typeface="+mn-lt"/>
                <a:cs typeface="+mn-lt"/>
              </a:rPr>
              <a:t>      Send borrow confirmation email</a:t>
            </a:r>
            <a:endParaRPr lang="en-PH" sz="3200"/>
          </a:p>
          <a:p>
            <a:r>
              <a:rPr lang="en-PH" sz="3200">
                <a:ea typeface="+mn-lt"/>
                <a:cs typeface="+mn-lt"/>
              </a:rPr>
              <a:t>      Show success message; Reload form</a:t>
            </a:r>
            <a:endParaRPr lang="en-PH" sz="3200"/>
          </a:p>
          <a:p>
            <a:r>
              <a:rPr lang="en-PH" sz="3200">
                <a:ea typeface="+mn-lt"/>
                <a:cs typeface="+mn-lt"/>
              </a:rPr>
              <a:t>     If invalid:</a:t>
            </a:r>
          </a:p>
          <a:p>
            <a:r>
              <a:rPr lang="en-PH" sz="3200">
                <a:ea typeface="+mn-lt"/>
                <a:cs typeface="+mn-lt"/>
              </a:rPr>
              <a:t>      Show error message with reason</a:t>
            </a:r>
            <a:endParaRPr lang="en-PH" sz="3200"/>
          </a:p>
        </p:txBody>
      </p:sp>
      <p:sp>
        <p:nvSpPr>
          <p:cNvPr id="6" name="Text Placeholder 5">
            <a:extLst>
              <a:ext uri="{FF2B5EF4-FFF2-40B4-BE49-F238E27FC236}">
                <a16:creationId xmlns:a16="http://schemas.microsoft.com/office/drawing/2014/main" id="{50E20C5C-F695-C33C-D749-16AA6CAEE02F}"/>
              </a:ext>
            </a:extLst>
          </p:cNvPr>
          <p:cNvSpPr>
            <a:spLocks noGrp="1"/>
          </p:cNvSpPr>
          <p:nvPr>
            <p:ph type="body" sz="quarter" idx="13"/>
          </p:nvPr>
        </p:nvSpPr>
        <p:spPr/>
        <p:txBody>
          <a:bodyPr/>
          <a:lstStyle/>
          <a:p>
            <a:r>
              <a:rPr lang="en-PH">
                <a:latin typeface="Impact"/>
              </a:rPr>
              <a:t>6.0 </a:t>
            </a:r>
            <a:r>
              <a:rPr lang="en-PH" i="1">
                <a:latin typeface="Impact"/>
              </a:rPr>
              <a:t>Borrowing – Borrow Page Logic</a:t>
            </a:r>
            <a:endParaRPr lang="en-PH">
              <a:solidFill>
                <a:srgbClr val="000000"/>
              </a:solidFill>
              <a:latin typeface="Impact"/>
            </a:endParaRPr>
          </a:p>
        </p:txBody>
      </p:sp>
    </p:spTree>
    <p:extLst>
      <p:ext uri="{BB962C8B-B14F-4D97-AF65-F5344CB8AC3E}">
        <p14:creationId xmlns:p14="http://schemas.microsoft.com/office/powerpoint/2010/main" val="19389154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DC970-522A-951F-FFA8-D77B1325DD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05A1D3-CB3E-1917-8107-6EB0B2D0A910}"/>
              </a:ext>
            </a:extLst>
          </p:cNvPr>
          <p:cNvSpPr txBox="1"/>
          <p:nvPr/>
        </p:nvSpPr>
        <p:spPr>
          <a:xfrm>
            <a:off x="540786" y="3926900"/>
            <a:ext cx="2416366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Borrowing/</a:t>
            </a:r>
            <a:r>
              <a:rPr lang="en-PH" sz="4000" b="1" i="1">
                <a:ea typeface="Calibri"/>
                <a:cs typeface="Arial"/>
              </a:rPr>
              <a:t>Borrow — Borrow Book</a:t>
            </a:r>
            <a:endParaRPr lang="en-US" sz="4000"/>
          </a:p>
          <a:p>
            <a:r>
              <a:rPr lang="en-PH" sz="4000" b="1">
                <a:ea typeface="+mn-lt"/>
                <a:cs typeface="+mn-lt"/>
              </a:rPr>
              <a:t>  </a:t>
            </a:r>
          </a:p>
          <a:p>
            <a:r>
              <a:rPr lang="en-PH" sz="4000" b="1">
                <a:ea typeface="+mn-lt"/>
                <a:cs typeface="+mn-lt"/>
              </a:rPr>
              <a:t>  </a:t>
            </a:r>
            <a:r>
              <a:rPr lang="en-PH" sz="4000" b="1" err="1">
                <a:ea typeface="+mn-lt"/>
                <a:cs typeface="+mn-lt"/>
              </a:rPr>
              <a:t>OnGet</a:t>
            </a:r>
            <a:r>
              <a:rPr lang="en-PH" sz="4000" b="1">
                <a:ea typeface="+mn-lt"/>
                <a:cs typeface="+mn-lt"/>
              </a:rPr>
              <a:t> Logic:</a:t>
            </a:r>
          </a:p>
          <a:p>
            <a:r>
              <a:rPr lang="en-PH" sz="4000">
                <a:ea typeface="+mn-lt"/>
                <a:cs typeface="+mn-lt"/>
              </a:rPr>
              <a:t>    Load Active members dropdown</a:t>
            </a:r>
            <a:endParaRPr lang="en-PH" sz="4000"/>
          </a:p>
          <a:p>
            <a:r>
              <a:rPr lang="en-PH" sz="4000">
                <a:ea typeface="+mn-lt"/>
                <a:cs typeface="+mn-lt"/>
              </a:rPr>
              <a:t>    Load Available books dropdown</a:t>
            </a:r>
            <a:endParaRPr lang="en-PH" sz="4000"/>
          </a:p>
          <a:p>
            <a:r>
              <a:rPr lang="en-PH" sz="4000">
                <a:ea typeface="+mn-lt"/>
                <a:cs typeface="+mn-lt"/>
              </a:rPr>
              <a:t>    Pre-select book if </a:t>
            </a:r>
            <a:r>
              <a:rPr lang="en-PH" sz="4000" err="1">
                <a:ea typeface="+mn-lt"/>
                <a:cs typeface="+mn-lt"/>
              </a:rPr>
              <a:t>bookId</a:t>
            </a:r>
            <a:r>
              <a:rPr lang="en-PH" sz="4000">
                <a:ea typeface="+mn-lt"/>
                <a:cs typeface="+mn-lt"/>
              </a:rPr>
              <a:t> provided</a:t>
            </a:r>
            <a:endParaRPr lang="en-PH" sz="4000"/>
          </a:p>
        </p:txBody>
      </p:sp>
      <p:sp>
        <p:nvSpPr>
          <p:cNvPr id="6" name="Text Placeholder 5">
            <a:extLst>
              <a:ext uri="{FF2B5EF4-FFF2-40B4-BE49-F238E27FC236}">
                <a16:creationId xmlns:a16="http://schemas.microsoft.com/office/drawing/2014/main" id="{8062FB1B-7461-36B4-999A-6C095DFA1025}"/>
              </a:ext>
            </a:extLst>
          </p:cNvPr>
          <p:cNvSpPr>
            <a:spLocks noGrp="1"/>
          </p:cNvSpPr>
          <p:nvPr>
            <p:ph type="body" sz="quarter" idx="13"/>
          </p:nvPr>
        </p:nvSpPr>
        <p:spPr/>
        <p:txBody>
          <a:bodyPr/>
          <a:lstStyle/>
          <a:p>
            <a:r>
              <a:rPr lang="en-PH">
                <a:latin typeface="Impact"/>
              </a:rPr>
              <a:t>6.0 </a:t>
            </a:r>
            <a:r>
              <a:rPr lang="en-PH" i="1">
                <a:latin typeface="Impact"/>
              </a:rPr>
              <a:t>Borrowing – Borrow Page Logic</a:t>
            </a:r>
            <a:endParaRPr lang="en-PH">
              <a:solidFill>
                <a:srgbClr val="000000"/>
              </a:solidFill>
              <a:latin typeface="Impact"/>
            </a:endParaRPr>
          </a:p>
        </p:txBody>
      </p:sp>
    </p:spTree>
    <p:extLst>
      <p:ext uri="{BB962C8B-B14F-4D97-AF65-F5344CB8AC3E}">
        <p14:creationId xmlns:p14="http://schemas.microsoft.com/office/powerpoint/2010/main" val="32936803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B855A-0CA4-61C8-DEA3-709A01ABF7A9}"/>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5CC5E5A-1E32-AD8F-A244-763051FC9EF9}"/>
              </a:ext>
            </a:extLst>
          </p:cNvPr>
          <p:cNvSpPr>
            <a:spLocks noGrp="1"/>
          </p:cNvSpPr>
          <p:nvPr>
            <p:ph type="body" sz="quarter" idx="13"/>
          </p:nvPr>
        </p:nvSpPr>
        <p:spPr/>
        <p:txBody>
          <a:bodyPr/>
          <a:lstStyle/>
          <a:p>
            <a:r>
              <a:rPr lang="en-PH">
                <a:latin typeface="Impact"/>
              </a:rPr>
              <a:t>6.1 Borrowing – Return Book Page</a:t>
            </a:r>
            <a:endParaRPr lang="en-US"/>
          </a:p>
        </p:txBody>
      </p:sp>
      <p:pic>
        <p:nvPicPr>
          <p:cNvPr id="3" name="Picture 2">
            <a:extLst>
              <a:ext uri="{FF2B5EF4-FFF2-40B4-BE49-F238E27FC236}">
                <a16:creationId xmlns:a16="http://schemas.microsoft.com/office/drawing/2014/main" id="{32FFAFD0-365B-7419-B818-F7AF5917FF34}"/>
              </a:ext>
            </a:extLst>
          </p:cNvPr>
          <p:cNvPicPr>
            <a:picLocks noChangeAspect="1"/>
          </p:cNvPicPr>
          <p:nvPr/>
        </p:nvPicPr>
        <p:blipFill>
          <a:blip r:embed="rId2"/>
          <a:stretch>
            <a:fillRect/>
          </a:stretch>
        </p:blipFill>
        <p:spPr>
          <a:xfrm>
            <a:off x="1677909" y="1686189"/>
            <a:ext cx="20293299" cy="10336116"/>
          </a:xfrm>
          <a:prstGeom prst="rect">
            <a:avLst/>
          </a:prstGeom>
        </p:spPr>
      </p:pic>
    </p:spTree>
    <p:extLst>
      <p:ext uri="{BB962C8B-B14F-4D97-AF65-F5344CB8AC3E}">
        <p14:creationId xmlns:p14="http://schemas.microsoft.com/office/powerpoint/2010/main" val="35932739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37B81-C115-F353-FE88-B042D5A5C79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E45878B5-0745-B5A0-7A30-0DF2B7FF0B0C}"/>
              </a:ext>
            </a:extLst>
          </p:cNvPr>
          <p:cNvSpPr>
            <a:spLocks noGrp="1"/>
          </p:cNvSpPr>
          <p:nvPr>
            <p:ph type="body" sz="quarter" idx="13"/>
          </p:nvPr>
        </p:nvSpPr>
        <p:spPr/>
        <p:txBody>
          <a:bodyPr/>
          <a:lstStyle/>
          <a:p>
            <a:r>
              <a:rPr lang="en-PH">
                <a:latin typeface="Impact"/>
              </a:rPr>
              <a:t>6.1 Borrowing – Return Book Page</a:t>
            </a:r>
            <a:endParaRPr lang="en-US"/>
          </a:p>
        </p:txBody>
      </p:sp>
      <p:pic>
        <p:nvPicPr>
          <p:cNvPr id="2" name="Picture 1">
            <a:extLst>
              <a:ext uri="{FF2B5EF4-FFF2-40B4-BE49-F238E27FC236}">
                <a16:creationId xmlns:a16="http://schemas.microsoft.com/office/drawing/2014/main" id="{B112D2C1-2838-8BDB-6F9F-50B1F91B8227}"/>
              </a:ext>
            </a:extLst>
          </p:cNvPr>
          <p:cNvPicPr>
            <a:picLocks noChangeAspect="1"/>
          </p:cNvPicPr>
          <p:nvPr/>
        </p:nvPicPr>
        <p:blipFill>
          <a:blip r:embed="rId2"/>
          <a:stretch>
            <a:fillRect/>
          </a:stretch>
        </p:blipFill>
        <p:spPr>
          <a:xfrm>
            <a:off x="1768918" y="1813602"/>
            <a:ext cx="21082841" cy="10721707"/>
          </a:xfrm>
          <a:prstGeom prst="rect">
            <a:avLst/>
          </a:prstGeom>
        </p:spPr>
      </p:pic>
    </p:spTree>
    <p:extLst>
      <p:ext uri="{BB962C8B-B14F-4D97-AF65-F5344CB8AC3E}">
        <p14:creationId xmlns:p14="http://schemas.microsoft.com/office/powerpoint/2010/main" val="5144118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20FE9-015F-2D1D-0E7F-693FFB909D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10FD60-344B-8C8B-510A-B4E9E684B67B}"/>
              </a:ext>
            </a:extLst>
          </p:cNvPr>
          <p:cNvSpPr txBox="1"/>
          <p:nvPr/>
        </p:nvSpPr>
        <p:spPr>
          <a:xfrm>
            <a:off x="540786" y="1779090"/>
            <a:ext cx="24163662" cy="114185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200" b="1" i="1">
                <a:latin typeface="Arial"/>
                <a:ea typeface="Calibri"/>
                <a:cs typeface="Arial"/>
              </a:rPr>
              <a:t>Borrowing/</a:t>
            </a:r>
            <a:r>
              <a:rPr lang="en-PH" sz="3200" b="1" i="1">
                <a:ea typeface="Calibri"/>
                <a:cs typeface="+mn-lt"/>
              </a:rPr>
              <a:t>Return — Return Book</a:t>
            </a:r>
            <a:endParaRPr lang="en-US" sz="3200">
              <a:ea typeface="Calibri"/>
              <a:cs typeface="+mn-lt"/>
            </a:endParaRPr>
          </a:p>
          <a:p>
            <a:r>
              <a:rPr lang="en-PH" sz="3200" b="1">
                <a:ea typeface="+mn-lt"/>
                <a:cs typeface="+mn-lt"/>
              </a:rPr>
              <a:t>  Field: Transaction details display</a:t>
            </a:r>
            <a:endParaRPr lang="en-PH"/>
          </a:p>
          <a:p>
            <a:r>
              <a:rPr lang="en-PH" sz="3200">
                <a:cs typeface="Arial"/>
              </a:rPr>
              <a:t> </a:t>
            </a:r>
            <a:r>
              <a:rPr lang="en-PH" sz="3200">
                <a:ea typeface="+mn-lt"/>
                <a:cs typeface="+mn-lt"/>
              </a:rPr>
              <a:t>   Logic: Read-only confirmation</a:t>
            </a:r>
            <a:endParaRPr lang="en-PH"/>
          </a:p>
          <a:p>
            <a:r>
              <a:rPr lang="en-PH" sz="3200">
                <a:ea typeface="+mn-lt"/>
                <a:cs typeface="+mn-lt"/>
              </a:rPr>
              <a:t>   Display: Member name, Book title, Borrow date, Due date, Days borrowed (calculated)</a:t>
            </a:r>
            <a:endParaRPr lang="en-PH"/>
          </a:p>
          <a:p>
            <a:r>
              <a:rPr lang="en-PH" sz="3200">
                <a:ea typeface="+mn-lt"/>
                <a:cs typeface="+mn-lt"/>
              </a:rPr>
              <a:t>  </a:t>
            </a:r>
            <a:endParaRPr lang="en-PH">
              <a:ea typeface="+mn-lt"/>
              <a:cs typeface="+mn-lt"/>
            </a:endParaRPr>
          </a:p>
          <a:p>
            <a:r>
              <a:rPr lang="en-PH" sz="3200" b="1">
                <a:ea typeface="+mn-lt"/>
                <a:cs typeface="+mn-lt"/>
              </a:rPr>
              <a:t>  Field: Confirm Return button</a:t>
            </a:r>
            <a:endParaRPr lang="en-PH" b="1">
              <a:ea typeface="+mn-lt"/>
              <a:cs typeface="+mn-lt"/>
            </a:endParaRPr>
          </a:p>
          <a:p>
            <a:r>
              <a:rPr lang="en-PH" sz="3200">
                <a:cs typeface="Arial"/>
              </a:rPr>
              <a:t> </a:t>
            </a:r>
            <a:r>
              <a:rPr lang="en-PH" sz="3200">
                <a:ea typeface="+mn-lt"/>
                <a:cs typeface="+mn-lt"/>
              </a:rPr>
              <a:t>   Logic: Process book return with fine calculation</a:t>
            </a:r>
            <a:endParaRPr lang="en-PH"/>
          </a:p>
          <a:p>
            <a:r>
              <a:rPr lang="en-PH" sz="3200">
                <a:ea typeface="+mn-lt"/>
                <a:cs typeface="+mn-lt"/>
              </a:rPr>
              <a:t>   Action: Click "Confirm Return"</a:t>
            </a:r>
            <a:endParaRPr lang="en-PH">
              <a:ea typeface="+mn-lt"/>
              <a:cs typeface="+mn-lt"/>
            </a:endParaRPr>
          </a:p>
          <a:p>
            <a:r>
              <a:rPr lang="en-PH" sz="3200">
                <a:ea typeface="+mn-lt"/>
                <a:cs typeface="+mn-lt"/>
              </a:rPr>
              <a:t>    Action Logic: Submit form</a:t>
            </a:r>
            <a:endParaRPr lang="en-PH">
              <a:ea typeface="+mn-lt"/>
              <a:cs typeface="+mn-lt"/>
            </a:endParaRPr>
          </a:p>
          <a:p>
            <a:r>
              <a:rPr lang="en-PH" sz="3200">
                <a:ea typeface="+mn-lt"/>
                <a:cs typeface="+mn-lt"/>
              </a:rPr>
              <a:t>     Get </a:t>
            </a:r>
            <a:r>
              <a:rPr lang="en-PH" sz="3200" err="1">
                <a:ea typeface="+mn-lt"/>
                <a:cs typeface="+mn-lt"/>
              </a:rPr>
              <a:t>processedBy</a:t>
            </a:r>
            <a:r>
              <a:rPr lang="en-PH" sz="3200">
                <a:ea typeface="+mn-lt"/>
                <a:cs typeface="+mn-lt"/>
              </a:rPr>
              <a:t> name from session</a:t>
            </a:r>
            <a:endParaRPr lang="en-PH">
              <a:ea typeface="+mn-lt"/>
              <a:cs typeface="+mn-lt"/>
            </a:endParaRPr>
          </a:p>
          <a:p>
            <a:r>
              <a:rPr lang="en-PH" sz="3200">
                <a:ea typeface="+mn-lt"/>
                <a:cs typeface="+mn-lt"/>
              </a:rPr>
              <a:t>     Call </a:t>
            </a:r>
            <a:r>
              <a:rPr lang="en-PH" sz="3200" err="1">
                <a:ea typeface="+mn-lt"/>
                <a:cs typeface="+mn-lt"/>
              </a:rPr>
              <a:t>IBorrowingService.ReturnBook</a:t>
            </a:r>
            <a:r>
              <a:rPr lang="en-PH" sz="3200">
                <a:ea typeface="+mn-lt"/>
                <a:cs typeface="+mn-lt"/>
              </a:rPr>
              <a:t>(</a:t>
            </a:r>
            <a:r>
              <a:rPr lang="en-PH" sz="3200" err="1">
                <a:ea typeface="+mn-lt"/>
                <a:cs typeface="+mn-lt"/>
              </a:rPr>
              <a:t>transactionId</a:t>
            </a:r>
            <a:r>
              <a:rPr lang="en-PH" sz="3200">
                <a:ea typeface="+mn-lt"/>
                <a:cs typeface="+mn-lt"/>
              </a:rPr>
              <a:t>, </a:t>
            </a:r>
            <a:r>
              <a:rPr lang="en-PH" sz="3200" err="1">
                <a:ea typeface="+mn-lt"/>
                <a:cs typeface="+mn-lt"/>
              </a:rPr>
              <a:t>processedBy</a:t>
            </a:r>
            <a:r>
              <a:rPr lang="en-PH" sz="3200">
                <a:ea typeface="+mn-lt"/>
                <a:cs typeface="+mn-lt"/>
              </a:rPr>
              <a:t>)</a:t>
            </a:r>
            <a:endParaRPr lang="en-PH">
              <a:ea typeface="+mn-lt"/>
              <a:cs typeface="+mn-lt"/>
            </a:endParaRPr>
          </a:p>
          <a:p>
            <a:r>
              <a:rPr lang="en-PH" sz="3200">
                <a:ea typeface="+mn-lt"/>
                <a:cs typeface="+mn-lt"/>
              </a:rPr>
              <a:t>     Service logic:</a:t>
            </a:r>
            <a:endParaRPr lang="en-PH">
              <a:ea typeface="+mn-lt"/>
              <a:cs typeface="+mn-lt"/>
            </a:endParaRPr>
          </a:p>
          <a:p>
            <a:r>
              <a:rPr lang="en-PH" sz="3200">
                <a:ea typeface="+mn-lt"/>
                <a:cs typeface="+mn-lt"/>
              </a:rPr>
              <a:t>      Update transaction: Status=Returned, </a:t>
            </a:r>
            <a:r>
              <a:rPr lang="en-PH" sz="3200" err="1">
                <a:ea typeface="+mn-lt"/>
                <a:cs typeface="+mn-lt"/>
              </a:rPr>
              <a:t>ReturnDate</a:t>
            </a:r>
            <a:r>
              <a:rPr lang="en-PH" sz="3200">
                <a:ea typeface="+mn-lt"/>
                <a:cs typeface="+mn-lt"/>
              </a:rPr>
              <a:t>=Today</a:t>
            </a:r>
            <a:endParaRPr lang="en-PH"/>
          </a:p>
          <a:p>
            <a:r>
              <a:rPr lang="en-PH" sz="3200">
                <a:ea typeface="+mn-lt"/>
                <a:cs typeface="+mn-lt"/>
              </a:rPr>
              <a:t>      Calculate overdue days: max(0, Today - </a:t>
            </a:r>
            <a:r>
              <a:rPr lang="en-PH" sz="3200" err="1">
                <a:ea typeface="+mn-lt"/>
                <a:cs typeface="+mn-lt"/>
              </a:rPr>
              <a:t>DueDate</a:t>
            </a:r>
            <a:r>
              <a:rPr lang="en-PH" sz="3200">
                <a:ea typeface="+mn-lt"/>
                <a:cs typeface="+mn-lt"/>
              </a:rPr>
              <a:t>)</a:t>
            </a:r>
            <a:endParaRPr lang="en-PH">
              <a:ea typeface="+mn-lt"/>
              <a:cs typeface="+mn-lt"/>
            </a:endParaRPr>
          </a:p>
          <a:p>
            <a:r>
              <a:rPr lang="en-PH" sz="3200">
                <a:ea typeface="+mn-lt"/>
                <a:cs typeface="+mn-lt"/>
              </a:rPr>
              <a:t>      If overdue:</a:t>
            </a:r>
            <a:endParaRPr lang="en-PH">
              <a:ea typeface="+mn-lt"/>
              <a:cs typeface="+mn-lt"/>
            </a:endParaRPr>
          </a:p>
          <a:p>
            <a:r>
              <a:rPr lang="en-PH" sz="3200">
                <a:ea typeface="+mn-lt"/>
                <a:cs typeface="+mn-lt"/>
              </a:rPr>
              <a:t>       Create Fine: Amount = </a:t>
            </a:r>
            <a:r>
              <a:rPr lang="en-PH" sz="3200" err="1">
                <a:ea typeface="+mn-lt"/>
                <a:cs typeface="+mn-lt"/>
              </a:rPr>
              <a:t>overdues</a:t>
            </a:r>
            <a:r>
              <a:rPr lang="en-PH" sz="3200">
                <a:ea typeface="+mn-lt"/>
                <a:cs typeface="+mn-lt"/>
              </a:rPr>
              <a:t> × ₱50.00, Reason=Overdue, Status=Unpaid</a:t>
            </a:r>
            <a:endParaRPr lang="en-PH"/>
          </a:p>
          <a:p>
            <a:r>
              <a:rPr lang="en-PH" sz="3200">
                <a:ea typeface="+mn-lt"/>
                <a:cs typeface="+mn-lt"/>
              </a:rPr>
              <a:t>       Create fine notification</a:t>
            </a:r>
            <a:endParaRPr lang="en-PH"/>
          </a:p>
          <a:p>
            <a:r>
              <a:rPr lang="en-PH" sz="3200">
                <a:ea typeface="+mn-lt"/>
                <a:cs typeface="+mn-lt"/>
              </a:rPr>
              <a:t>      Increment book </a:t>
            </a:r>
            <a:r>
              <a:rPr lang="en-PH" sz="3200" err="1">
                <a:ea typeface="+mn-lt"/>
                <a:cs typeface="+mn-lt"/>
              </a:rPr>
              <a:t>AvailableCopies</a:t>
            </a:r>
            <a:r>
              <a:rPr lang="en-PH" sz="3200">
                <a:ea typeface="+mn-lt"/>
                <a:cs typeface="+mn-lt"/>
              </a:rPr>
              <a:t> by 1</a:t>
            </a:r>
            <a:endParaRPr lang="en-PH">
              <a:ea typeface="+mn-lt"/>
              <a:cs typeface="+mn-lt"/>
            </a:endParaRPr>
          </a:p>
          <a:p>
            <a:r>
              <a:rPr lang="en-PH" sz="3200">
                <a:ea typeface="+mn-lt"/>
                <a:cs typeface="+mn-lt"/>
              </a:rPr>
              <a:t>      Update book Status to Available</a:t>
            </a:r>
            <a:endParaRPr lang="en-PH"/>
          </a:p>
          <a:p>
            <a:r>
              <a:rPr lang="en-PH" sz="3200">
                <a:ea typeface="+mn-lt"/>
                <a:cs typeface="+mn-lt"/>
              </a:rPr>
              <a:t>      Decrement member </a:t>
            </a:r>
            <a:r>
              <a:rPr lang="en-PH" sz="3200" err="1">
                <a:ea typeface="+mn-lt"/>
                <a:cs typeface="+mn-lt"/>
              </a:rPr>
              <a:t>CurrentBorrowedCount</a:t>
            </a:r>
            <a:r>
              <a:rPr lang="en-PH" sz="3200">
                <a:ea typeface="+mn-lt"/>
                <a:cs typeface="+mn-lt"/>
              </a:rPr>
              <a:t> by 1</a:t>
            </a:r>
            <a:endParaRPr lang="en-PH">
              <a:ea typeface="+mn-lt"/>
              <a:cs typeface="+mn-lt"/>
            </a:endParaRPr>
          </a:p>
          <a:p>
            <a:r>
              <a:rPr lang="en-PH" sz="3200">
                <a:ea typeface="+mn-lt"/>
                <a:cs typeface="+mn-lt"/>
              </a:rPr>
              <a:t>      Create return notification</a:t>
            </a:r>
            <a:endParaRPr lang="en-PH">
              <a:ea typeface="+mn-lt"/>
              <a:cs typeface="+mn-lt"/>
            </a:endParaRPr>
          </a:p>
          <a:p>
            <a:r>
              <a:rPr lang="en-PH" sz="3200">
                <a:ea typeface="+mn-lt"/>
                <a:cs typeface="+mn-lt"/>
              </a:rPr>
              <a:t>      Send return confirmation email</a:t>
            </a:r>
            <a:endParaRPr lang="en-PH">
              <a:ea typeface="+mn-lt"/>
              <a:cs typeface="+mn-lt"/>
            </a:endParaRPr>
          </a:p>
          <a:p>
            <a:r>
              <a:rPr lang="en-PH" sz="3200">
                <a:ea typeface="+mn-lt"/>
                <a:cs typeface="+mn-lt"/>
              </a:rPr>
              <a:t>      Redirect to /Borrowing/Index with success message</a:t>
            </a:r>
            <a:endParaRPr lang="en-PH">
              <a:ea typeface="+mn-lt"/>
              <a:cs typeface="+mn-lt"/>
            </a:endParaRPr>
          </a:p>
        </p:txBody>
      </p:sp>
      <p:sp>
        <p:nvSpPr>
          <p:cNvPr id="6" name="Text Placeholder 5">
            <a:extLst>
              <a:ext uri="{FF2B5EF4-FFF2-40B4-BE49-F238E27FC236}">
                <a16:creationId xmlns:a16="http://schemas.microsoft.com/office/drawing/2014/main" id="{3314CAF8-F8AA-29BC-4A26-82AC62EC44E5}"/>
              </a:ext>
            </a:extLst>
          </p:cNvPr>
          <p:cNvSpPr>
            <a:spLocks noGrp="1"/>
          </p:cNvSpPr>
          <p:nvPr>
            <p:ph type="body" sz="quarter" idx="13"/>
          </p:nvPr>
        </p:nvSpPr>
        <p:spPr/>
        <p:txBody>
          <a:bodyPr/>
          <a:lstStyle/>
          <a:p>
            <a:r>
              <a:rPr lang="en-PH">
                <a:latin typeface="Impact"/>
              </a:rPr>
              <a:t>6.1 </a:t>
            </a:r>
            <a:r>
              <a:rPr lang="en-PH" i="1">
                <a:latin typeface="Impact"/>
              </a:rPr>
              <a:t>Borrowing – Return Book Page Logic</a:t>
            </a:r>
            <a:endParaRPr lang="en-PH" i="1">
              <a:solidFill>
                <a:srgbClr val="000000"/>
              </a:solidFill>
              <a:latin typeface="Impact"/>
            </a:endParaRPr>
          </a:p>
        </p:txBody>
      </p:sp>
    </p:spTree>
    <p:extLst>
      <p:ext uri="{BB962C8B-B14F-4D97-AF65-F5344CB8AC3E}">
        <p14:creationId xmlns:p14="http://schemas.microsoft.com/office/powerpoint/2010/main" val="38739025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74B93-38F3-E0FF-7B94-46BEDE5D52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9FB832E-9729-F049-9AD7-E132C5FD016E}"/>
              </a:ext>
            </a:extLst>
          </p:cNvPr>
          <p:cNvSpPr txBox="1"/>
          <p:nvPr/>
        </p:nvSpPr>
        <p:spPr>
          <a:xfrm>
            <a:off x="540786" y="3926900"/>
            <a:ext cx="24163662"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Borrowing/Return —</a:t>
            </a:r>
            <a:r>
              <a:rPr lang="en-PH" sz="4000" b="1" i="1">
                <a:ea typeface="Calibri"/>
                <a:cs typeface="Arial"/>
              </a:rPr>
              <a:t> Return Book</a:t>
            </a:r>
            <a:endParaRPr lang="en-US" sz="4000"/>
          </a:p>
          <a:p>
            <a:r>
              <a:rPr lang="en-PH" sz="4000" b="1">
                <a:ea typeface="+mn-lt"/>
                <a:cs typeface="+mn-lt"/>
              </a:rPr>
              <a:t>  </a:t>
            </a:r>
          </a:p>
          <a:p>
            <a:r>
              <a:rPr lang="en-PH" sz="4000" b="1">
                <a:ea typeface="+mn-lt"/>
                <a:cs typeface="+mn-lt"/>
              </a:rPr>
              <a:t>  </a:t>
            </a:r>
            <a:r>
              <a:rPr lang="en-PH" sz="4000" b="1" err="1">
                <a:solidFill>
                  <a:srgbClr val="000000"/>
                </a:solidFill>
                <a:ea typeface="+mn-lt"/>
                <a:cs typeface="+mn-lt"/>
              </a:rPr>
              <a:t>OnGet</a:t>
            </a:r>
            <a:r>
              <a:rPr lang="en-PH" sz="4000" b="1">
                <a:solidFill>
                  <a:srgbClr val="000000"/>
                </a:solidFill>
                <a:ea typeface="+mn-lt"/>
                <a:cs typeface="+mn-lt"/>
              </a:rPr>
              <a:t> Logic:</a:t>
            </a:r>
          </a:p>
          <a:p>
            <a:r>
              <a:rPr lang="en-PH" sz="4000">
                <a:ea typeface="+mn-lt"/>
                <a:cs typeface="+mn-lt"/>
              </a:rPr>
              <a:t>    Load transaction by ID</a:t>
            </a:r>
            <a:endParaRPr lang="en-PH"/>
          </a:p>
          <a:p>
            <a:r>
              <a:rPr lang="en-PH" sz="4000">
                <a:ea typeface="+mn-lt"/>
                <a:cs typeface="+mn-lt"/>
              </a:rPr>
              <a:t>    Load related member name</a:t>
            </a:r>
            <a:endParaRPr lang="en-PH"/>
          </a:p>
          <a:p>
            <a:r>
              <a:rPr lang="en-PH" sz="4000">
                <a:ea typeface="+mn-lt"/>
                <a:cs typeface="+mn-lt"/>
              </a:rPr>
              <a:t>    Load related book title</a:t>
            </a:r>
            <a:endParaRPr lang="en-PH"/>
          </a:p>
          <a:p>
            <a:r>
              <a:rPr lang="en-PH" sz="4000">
                <a:ea typeface="+mn-lt"/>
                <a:cs typeface="+mn-lt"/>
              </a:rPr>
              <a:t>    Calculate days borrowed</a:t>
            </a:r>
            <a:endParaRPr lang="en-PH"/>
          </a:p>
        </p:txBody>
      </p:sp>
      <p:sp>
        <p:nvSpPr>
          <p:cNvPr id="6" name="Text Placeholder 5">
            <a:extLst>
              <a:ext uri="{FF2B5EF4-FFF2-40B4-BE49-F238E27FC236}">
                <a16:creationId xmlns:a16="http://schemas.microsoft.com/office/drawing/2014/main" id="{9C50F251-6C8E-93CA-A81D-AE79813C7AC3}"/>
              </a:ext>
            </a:extLst>
          </p:cNvPr>
          <p:cNvSpPr>
            <a:spLocks noGrp="1"/>
          </p:cNvSpPr>
          <p:nvPr>
            <p:ph type="body" sz="quarter" idx="13"/>
          </p:nvPr>
        </p:nvSpPr>
        <p:spPr/>
        <p:txBody>
          <a:bodyPr/>
          <a:lstStyle/>
          <a:p>
            <a:r>
              <a:rPr lang="en-PH">
                <a:latin typeface="Impact"/>
              </a:rPr>
              <a:t>6.1 </a:t>
            </a:r>
            <a:r>
              <a:rPr lang="en-PH" i="1">
                <a:latin typeface="Impact"/>
              </a:rPr>
              <a:t>Borrowing – Return Book Page Logic</a:t>
            </a:r>
            <a:endParaRPr lang="en-PH">
              <a:solidFill>
                <a:srgbClr val="000000"/>
              </a:solidFill>
              <a:latin typeface="Impact"/>
            </a:endParaRPr>
          </a:p>
        </p:txBody>
      </p:sp>
    </p:spTree>
    <p:extLst>
      <p:ext uri="{BB962C8B-B14F-4D97-AF65-F5344CB8AC3E}">
        <p14:creationId xmlns:p14="http://schemas.microsoft.com/office/powerpoint/2010/main" val="39143227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60586-0062-487D-9784-C00232863096}"/>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391829D0-A7B5-E716-852F-DC9A579E62B5}"/>
              </a:ext>
            </a:extLst>
          </p:cNvPr>
          <p:cNvSpPr>
            <a:spLocks noGrp="1"/>
          </p:cNvSpPr>
          <p:nvPr>
            <p:ph type="body" sz="quarter" idx="13"/>
          </p:nvPr>
        </p:nvSpPr>
        <p:spPr/>
        <p:txBody>
          <a:bodyPr/>
          <a:lstStyle/>
          <a:p>
            <a:r>
              <a:rPr lang="en-PH">
                <a:latin typeface="Impact"/>
              </a:rPr>
              <a:t>7.0 Fines – Fines List Page Logic</a:t>
            </a:r>
            <a:endParaRPr lang="en-US"/>
          </a:p>
        </p:txBody>
      </p:sp>
      <p:pic>
        <p:nvPicPr>
          <p:cNvPr id="3" name="Picture 2">
            <a:extLst>
              <a:ext uri="{FF2B5EF4-FFF2-40B4-BE49-F238E27FC236}">
                <a16:creationId xmlns:a16="http://schemas.microsoft.com/office/drawing/2014/main" id="{1BD21D4E-1582-62B0-30CC-82067538AD03}"/>
              </a:ext>
            </a:extLst>
          </p:cNvPr>
          <p:cNvPicPr>
            <a:picLocks noChangeAspect="1"/>
          </p:cNvPicPr>
          <p:nvPr/>
        </p:nvPicPr>
        <p:blipFill>
          <a:blip r:embed="rId2"/>
          <a:stretch>
            <a:fillRect/>
          </a:stretch>
        </p:blipFill>
        <p:spPr>
          <a:xfrm>
            <a:off x="1131855" y="2286848"/>
            <a:ext cx="20458552" cy="10409562"/>
          </a:xfrm>
          <a:prstGeom prst="rect">
            <a:avLst/>
          </a:prstGeom>
        </p:spPr>
      </p:pic>
    </p:spTree>
    <p:extLst>
      <p:ext uri="{BB962C8B-B14F-4D97-AF65-F5344CB8AC3E}">
        <p14:creationId xmlns:p14="http://schemas.microsoft.com/office/powerpoint/2010/main" val="41816610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FD62C-C82E-601C-567C-322266BAE2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F0BCBB-8A76-0169-7C5C-32F8A39165C1}"/>
              </a:ext>
            </a:extLst>
          </p:cNvPr>
          <p:cNvSpPr txBox="1"/>
          <p:nvPr/>
        </p:nvSpPr>
        <p:spPr>
          <a:xfrm>
            <a:off x="540786" y="2925802"/>
            <a:ext cx="24163662" cy="83407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Fines/</a:t>
            </a:r>
            <a:r>
              <a:rPr lang="en-PH" sz="4000" b="1" i="1">
                <a:ea typeface="Calibri"/>
                <a:cs typeface="Arial"/>
              </a:rPr>
              <a:t>Index — Fines List</a:t>
            </a:r>
            <a:endParaRPr lang="en-US"/>
          </a:p>
          <a:p>
            <a:r>
              <a:rPr lang="en-PH" sz="4000" b="1">
                <a:ea typeface="+mn-lt"/>
                <a:cs typeface="+mn-lt"/>
              </a:rPr>
              <a:t>  Field: Filter tabs</a:t>
            </a:r>
            <a:endParaRPr lang="en-PH" sz="4000" b="1"/>
          </a:p>
          <a:p>
            <a:r>
              <a:rPr lang="en-PH" sz="4000">
                <a:cs typeface="Arial"/>
              </a:rPr>
              <a:t> </a:t>
            </a:r>
            <a:r>
              <a:rPr lang="en-PH" sz="4000">
                <a:ea typeface="+mn-lt"/>
                <a:cs typeface="+mn-lt"/>
              </a:rPr>
              <a:t>   Logic: Filter by payment status</a:t>
            </a:r>
            <a:endParaRPr lang="en-PH" sz="4000"/>
          </a:p>
          <a:p>
            <a:r>
              <a:rPr lang="en-PH" sz="4000">
                <a:ea typeface="+mn-lt"/>
                <a:cs typeface="+mn-lt"/>
              </a:rPr>
              <a:t>   Options: All, Unpaid, Paid</a:t>
            </a:r>
            <a:endParaRPr lang="en-PH"/>
          </a:p>
          <a:p>
            <a:r>
              <a:rPr lang="en-PH" sz="4000">
                <a:ea typeface="+mn-lt"/>
                <a:cs typeface="+mn-lt"/>
              </a:rPr>
              <a:t>   Action: Click filter tab</a:t>
            </a:r>
            <a:endParaRPr lang="en-PH"/>
          </a:p>
          <a:p>
            <a:r>
              <a:rPr lang="en-PH" sz="4000">
                <a:ea typeface="+mn-lt"/>
                <a:cs typeface="+mn-lt"/>
              </a:rPr>
              <a:t>    Action Logic: Reload with status parameter</a:t>
            </a:r>
            <a:endParaRPr lang="en-PH"/>
          </a:p>
          <a:p>
            <a:endParaRPr lang="en-PH" sz="4000">
              <a:ea typeface="+mn-lt"/>
              <a:cs typeface="+mn-lt"/>
            </a:endParaRPr>
          </a:p>
          <a:p>
            <a:r>
              <a:rPr lang="en-PH" sz="4000">
                <a:ea typeface="+mn-lt"/>
                <a:cs typeface="+mn-lt"/>
              </a:rPr>
              <a:t>  </a:t>
            </a:r>
            <a:r>
              <a:rPr lang="en-PH" sz="4000" b="1">
                <a:ea typeface="+mn-lt"/>
                <a:cs typeface="+mn-lt"/>
              </a:rPr>
              <a:t>Field: Fines table</a:t>
            </a:r>
            <a:endParaRPr lang="en-PH" b="1"/>
          </a:p>
          <a:p>
            <a:r>
              <a:rPr lang="en-PH" sz="4000">
                <a:ea typeface="+mn-lt"/>
                <a:cs typeface="+mn-lt"/>
              </a:rPr>
              <a:t>    Logic: Role-based display</a:t>
            </a:r>
            <a:endParaRPr lang="en-PH"/>
          </a:p>
          <a:p>
            <a:r>
              <a:rPr lang="en-PH" sz="4000">
                <a:ea typeface="+mn-lt"/>
                <a:cs typeface="+mn-lt"/>
              </a:rPr>
              <a:t>   Admin: Show all fines</a:t>
            </a:r>
            <a:endParaRPr lang="en-PH"/>
          </a:p>
          <a:p>
            <a:r>
              <a:rPr lang="en-PH" sz="4000">
                <a:ea typeface="+mn-lt"/>
                <a:cs typeface="+mn-lt"/>
              </a:rPr>
              <a:t>   Member: Show only their fines</a:t>
            </a:r>
            <a:endParaRPr lang="en-PH"/>
          </a:p>
          <a:p>
            <a:r>
              <a:rPr lang="en-PH" sz="4000">
                <a:ea typeface="+mn-lt"/>
                <a:cs typeface="+mn-lt"/>
              </a:rPr>
              <a:t>   Columns: Member Name, Amount (₱), Reason (badge), Issue Date, Status (badge), Actions</a:t>
            </a:r>
            <a:endParaRPr lang="en-PH"/>
          </a:p>
          <a:p>
            <a:r>
              <a:rPr lang="en-PH" sz="4000">
                <a:ea typeface="+mn-lt"/>
                <a:cs typeface="+mn-lt"/>
              </a:rPr>
              <a:t>   Display: Total unpaid amount at top</a:t>
            </a:r>
            <a:endParaRPr lang="en-PH"/>
          </a:p>
        </p:txBody>
      </p:sp>
      <p:sp>
        <p:nvSpPr>
          <p:cNvPr id="6" name="Text Placeholder 5">
            <a:extLst>
              <a:ext uri="{FF2B5EF4-FFF2-40B4-BE49-F238E27FC236}">
                <a16:creationId xmlns:a16="http://schemas.microsoft.com/office/drawing/2014/main" id="{2D276578-1BEE-10B6-7EC3-2313F9571CC8}"/>
              </a:ext>
            </a:extLst>
          </p:cNvPr>
          <p:cNvSpPr>
            <a:spLocks noGrp="1"/>
          </p:cNvSpPr>
          <p:nvPr>
            <p:ph type="body" sz="quarter" idx="13"/>
          </p:nvPr>
        </p:nvSpPr>
        <p:spPr/>
        <p:txBody>
          <a:bodyPr/>
          <a:lstStyle/>
          <a:p>
            <a:r>
              <a:rPr lang="en-PH">
                <a:latin typeface="Impact"/>
              </a:rPr>
              <a:t>7.0 </a:t>
            </a:r>
            <a:r>
              <a:rPr lang="en-PH" i="1">
                <a:latin typeface="Impact"/>
              </a:rPr>
              <a:t>Fines – Fines List Page Logic</a:t>
            </a:r>
            <a:endParaRPr lang="en-PH" i="1">
              <a:solidFill>
                <a:srgbClr val="000000"/>
              </a:solidFill>
              <a:latin typeface="Impact"/>
            </a:endParaRPr>
          </a:p>
        </p:txBody>
      </p:sp>
    </p:spTree>
    <p:extLst>
      <p:ext uri="{BB962C8B-B14F-4D97-AF65-F5344CB8AC3E}">
        <p14:creationId xmlns:p14="http://schemas.microsoft.com/office/powerpoint/2010/main" val="18705566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31CE2-DC3B-C6B5-721F-26AAF16D17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481A81-2D4D-5271-67A6-E4E21C904D4A}"/>
              </a:ext>
            </a:extLst>
          </p:cNvPr>
          <p:cNvSpPr txBox="1"/>
          <p:nvPr/>
        </p:nvSpPr>
        <p:spPr>
          <a:xfrm>
            <a:off x="540786" y="3690277"/>
            <a:ext cx="24163662" cy="62478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Fines/</a:t>
            </a:r>
            <a:r>
              <a:rPr lang="en-PH" sz="4000" b="1" i="1">
                <a:ea typeface="Calibri"/>
                <a:cs typeface="Arial"/>
              </a:rPr>
              <a:t>Index — Fines List</a:t>
            </a:r>
            <a:endParaRPr lang="en-US"/>
          </a:p>
          <a:p>
            <a:r>
              <a:rPr lang="en-PH" sz="4000" b="1">
                <a:ea typeface="+mn-lt"/>
                <a:cs typeface="+mn-lt"/>
              </a:rPr>
              <a:t>  Field: </a:t>
            </a:r>
            <a:r>
              <a:rPr lang="en-PH" sz="4000">
                <a:ea typeface="+mn-lt"/>
                <a:cs typeface="+mn-lt"/>
              </a:rPr>
              <a:t>Total Unpaid display</a:t>
            </a:r>
            <a:endParaRPr lang="en-PH" sz="4000" b="1"/>
          </a:p>
          <a:p>
            <a:r>
              <a:rPr lang="en-PH" sz="4000">
                <a:cs typeface="Arial"/>
              </a:rPr>
              <a:t> </a:t>
            </a:r>
            <a:r>
              <a:rPr lang="en-PH" sz="4000">
                <a:ea typeface="+mn-lt"/>
                <a:cs typeface="+mn-lt"/>
              </a:rPr>
              <a:t>   Logic: Sum unpaid fines</a:t>
            </a:r>
            <a:endParaRPr lang="en-PH" sz="4000"/>
          </a:p>
          <a:p>
            <a:r>
              <a:rPr lang="en-PH" sz="4000">
                <a:ea typeface="+mn-lt"/>
                <a:cs typeface="+mn-lt"/>
              </a:rPr>
              <a:t>   Action: Page load</a:t>
            </a:r>
            <a:endParaRPr lang="en-PH"/>
          </a:p>
          <a:p>
            <a:r>
              <a:rPr lang="en-PH" sz="4000">
                <a:ea typeface="+mn-lt"/>
                <a:cs typeface="+mn-lt"/>
              </a:rPr>
              <a:t>    Action Logic: Calculate sum of Amount where Status=Unpaid</a:t>
            </a:r>
            <a:endParaRPr lang="en-PH"/>
          </a:p>
          <a:p>
            <a:endParaRPr lang="en-PH" sz="4000">
              <a:ea typeface="+mn-lt"/>
              <a:cs typeface="+mn-lt"/>
            </a:endParaRPr>
          </a:p>
          <a:p>
            <a:r>
              <a:rPr lang="en-PH" sz="4000">
                <a:ea typeface="+mn-lt"/>
                <a:cs typeface="+mn-lt"/>
              </a:rPr>
              <a:t>  </a:t>
            </a:r>
            <a:r>
              <a:rPr lang="en-PH" sz="4000" b="1">
                <a:ea typeface="+mn-lt"/>
                <a:cs typeface="+mn-lt"/>
              </a:rPr>
              <a:t>Field: Pay Fine button</a:t>
            </a:r>
            <a:endParaRPr lang="en-PH" b="1"/>
          </a:p>
          <a:p>
            <a:r>
              <a:rPr lang="en-PH" sz="4000">
                <a:ea typeface="+mn-lt"/>
                <a:cs typeface="+mn-lt"/>
              </a:rPr>
              <a:t>    Logic: Process payment</a:t>
            </a:r>
            <a:endParaRPr lang="en-PH"/>
          </a:p>
          <a:p>
            <a:r>
              <a:rPr lang="en-PH" sz="4000">
                <a:ea typeface="+mn-lt"/>
                <a:cs typeface="+mn-lt"/>
              </a:rPr>
              <a:t>   Action: Click "Pay Fine"</a:t>
            </a:r>
            <a:endParaRPr lang="en-PH"/>
          </a:p>
          <a:p>
            <a:r>
              <a:rPr lang="en-PH" sz="4000">
                <a:ea typeface="+mn-lt"/>
                <a:cs typeface="+mn-lt"/>
              </a:rPr>
              <a:t>    Action Logic: Navigate to /Fines/</a:t>
            </a:r>
            <a:r>
              <a:rPr lang="en-PH" sz="4000" err="1">
                <a:ea typeface="+mn-lt"/>
                <a:cs typeface="+mn-lt"/>
              </a:rPr>
              <a:t>Pay?id</a:t>
            </a:r>
            <a:r>
              <a:rPr lang="en-PH" sz="4000">
                <a:ea typeface="+mn-lt"/>
                <a:cs typeface="+mn-lt"/>
              </a:rPr>
              <a:t>={</a:t>
            </a:r>
            <a:r>
              <a:rPr lang="en-PH" sz="4000" err="1">
                <a:ea typeface="+mn-lt"/>
                <a:cs typeface="+mn-lt"/>
              </a:rPr>
              <a:t>fineId</a:t>
            </a:r>
            <a:r>
              <a:rPr lang="en-PH" sz="4000">
                <a:ea typeface="+mn-lt"/>
                <a:cs typeface="+mn-lt"/>
              </a:rPr>
              <a:t>}</a:t>
            </a:r>
            <a:endParaRPr lang="en-PH"/>
          </a:p>
        </p:txBody>
      </p:sp>
      <p:sp>
        <p:nvSpPr>
          <p:cNvPr id="6" name="Text Placeholder 5">
            <a:extLst>
              <a:ext uri="{FF2B5EF4-FFF2-40B4-BE49-F238E27FC236}">
                <a16:creationId xmlns:a16="http://schemas.microsoft.com/office/drawing/2014/main" id="{8D0D6E47-E229-D944-6646-FBE14E459DAE}"/>
              </a:ext>
            </a:extLst>
          </p:cNvPr>
          <p:cNvSpPr>
            <a:spLocks noGrp="1"/>
          </p:cNvSpPr>
          <p:nvPr>
            <p:ph type="body" sz="quarter" idx="13"/>
          </p:nvPr>
        </p:nvSpPr>
        <p:spPr/>
        <p:txBody>
          <a:bodyPr/>
          <a:lstStyle/>
          <a:p>
            <a:r>
              <a:rPr lang="en-PH">
                <a:latin typeface="Impact"/>
              </a:rPr>
              <a:t>7.0 </a:t>
            </a:r>
            <a:r>
              <a:rPr lang="en-PH" i="1">
                <a:latin typeface="Impact"/>
              </a:rPr>
              <a:t>Fines – Fines List Page Logic</a:t>
            </a:r>
            <a:endParaRPr lang="en-PH">
              <a:solidFill>
                <a:srgbClr val="000000"/>
              </a:solidFill>
              <a:latin typeface="Impact"/>
            </a:endParaRPr>
          </a:p>
        </p:txBody>
      </p:sp>
    </p:spTree>
    <p:extLst>
      <p:ext uri="{BB962C8B-B14F-4D97-AF65-F5344CB8AC3E}">
        <p14:creationId xmlns:p14="http://schemas.microsoft.com/office/powerpoint/2010/main" val="36735215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0CF75-53D6-1A25-8671-803BE0A309DC}"/>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45A822E-8D4C-FD71-B56B-6DB5A36B1FE2}"/>
              </a:ext>
            </a:extLst>
          </p:cNvPr>
          <p:cNvSpPr>
            <a:spLocks noGrp="1"/>
          </p:cNvSpPr>
          <p:nvPr>
            <p:ph type="body" sz="quarter" idx="13"/>
          </p:nvPr>
        </p:nvSpPr>
        <p:spPr/>
        <p:txBody>
          <a:bodyPr/>
          <a:lstStyle/>
          <a:p>
            <a:r>
              <a:rPr lang="en-PH">
                <a:latin typeface="Impact"/>
              </a:rPr>
              <a:t>7.1 Fines – Pay Fine Page</a:t>
            </a:r>
            <a:endParaRPr lang="en-US"/>
          </a:p>
        </p:txBody>
      </p:sp>
      <p:pic>
        <p:nvPicPr>
          <p:cNvPr id="3" name="Picture 2">
            <a:extLst>
              <a:ext uri="{FF2B5EF4-FFF2-40B4-BE49-F238E27FC236}">
                <a16:creationId xmlns:a16="http://schemas.microsoft.com/office/drawing/2014/main" id="{DCE77C79-90D7-28D7-F659-EACDE0EEFA60}"/>
              </a:ext>
            </a:extLst>
          </p:cNvPr>
          <p:cNvPicPr>
            <a:picLocks noChangeAspect="1"/>
          </p:cNvPicPr>
          <p:nvPr/>
        </p:nvPicPr>
        <p:blipFill>
          <a:blip r:embed="rId2"/>
          <a:stretch>
            <a:fillRect/>
          </a:stretch>
        </p:blipFill>
        <p:spPr>
          <a:xfrm>
            <a:off x="1823523" y="2286848"/>
            <a:ext cx="19834263" cy="10097418"/>
          </a:xfrm>
          <a:prstGeom prst="rect">
            <a:avLst/>
          </a:prstGeom>
        </p:spPr>
      </p:pic>
    </p:spTree>
    <p:extLst>
      <p:ext uri="{BB962C8B-B14F-4D97-AF65-F5344CB8AC3E}">
        <p14:creationId xmlns:p14="http://schemas.microsoft.com/office/powerpoint/2010/main" val="4767743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1EF19-2E20-4397-FAEB-6BF7A4FDD6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E7A09E-D533-145F-5B03-FA4D283EB6A6}"/>
              </a:ext>
            </a:extLst>
          </p:cNvPr>
          <p:cNvSpPr txBox="1"/>
          <p:nvPr/>
        </p:nvSpPr>
        <p:spPr>
          <a:xfrm>
            <a:off x="540786" y="2070318"/>
            <a:ext cx="24163662" cy="111722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a:latin typeface="Arial"/>
                <a:ea typeface="Calibri"/>
                <a:cs typeface="Arial"/>
              </a:rPr>
              <a:t>Fines/</a:t>
            </a:r>
            <a:r>
              <a:rPr lang="en-PH" sz="3600" b="1" i="1">
                <a:ea typeface="Calibri"/>
                <a:cs typeface="Arial"/>
              </a:rPr>
              <a:t>Pay — Pay Fine</a:t>
            </a:r>
            <a:endParaRPr lang="en-US" sz="3600">
              <a:ea typeface="Calibri"/>
              <a:cs typeface="Arial"/>
            </a:endParaRPr>
          </a:p>
          <a:p>
            <a:r>
              <a:rPr lang="en-PH" sz="3600" b="1">
                <a:ea typeface="+mn-lt"/>
                <a:cs typeface="+mn-lt"/>
              </a:rPr>
              <a:t>  Field: Fine details display</a:t>
            </a:r>
            <a:endParaRPr lang="en-PH" sz="3600" b="1"/>
          </a:p>
          <a:p>
            <a:r>
              <a:rPr lang="en-PH" sz="3600">
                <a:cs typeface="Arial"/>
              </a:rPr>
              <a:t> </a:t>
            </a:r>
            <a:r>
              <a:rPr lang="en-PH" sz="3600">
                <a:ea typeface="+mn-lt"/>
                <a:cs typeface="+mn-lt"/>
              </a:rPr>
              <a:t>   Logic: Read-only confirmation</a:t>
            </a:r>
            <a:endParaRPr lang="en-PH" sz="3600"/>
          </a:p>
          <a:p>
            <a:r>
              <a:rPr lang="en-PH" sz="3600">
                <a:ea typeface="+mn-lt"/>
                <a:cs typeface="+mn-lt"/>
              </a:rPr>
              <a:t>   Display: Member name, Amount (in Philippine Pesos ₱), Reason, Issue date</a:t>
            </a:r>
            <a:endParaRPr lang="en-PH" sz="3600"/>
          </a:p>
          <a:p>
            <a:endParaRPr lang="en-PH" sz="3600">
              <a:cs typeface="Arial"/>
            </a:endParaRPr>
          </a:p>
          <a:p>
            <a:r>
              <a:rPr lang="en-PH" sz="3600">
                <a:ea typeface="+mn-lt"/>
                <a:cs typeface="+mn-lt"/>
              </a:rPr>
              <a:t>  </a:t>
            </a:r>
            <a:r>
              <a:rPr lang="en-PH" sz="3600" b="1">
                <a:ea typeface="+mn-lt"/>
                <a:cs typeface="+mn-lt"/>
              </a:rPr>
              <a:t>Field: Confirm Payment button</a:t>
            </a:r>
            <a:endParaRPr lang="en-PH" sz="3600" b="1"/>
          </a:p>
          <a:p>
            <a:r>
              <a:rPr lang="en-PH" sz="3600">
                <a:ea typeface="+mn-lt"/>
                <a:cs typeface="+mn-lt"/>
              </a:rPr>
              <a:t>    Logic: Mark fine as paid</a:t>
            </a:r>
            <a:endParaRPr lang="en-PH" sz="3600"/>
          </a:p>
          <a:p>
            <a:r>
              <a:rPr lang="en-PH" sz="3600">
                <a:ea typeface="+mn-lt"/>
                <a:cs typeface="+mn-lt"/>
              </a:rPr>
              <a:t>   Action: Click "Confirm Payment"</a:t>
            </a:r>
            <a:endParaRPr lang="en-PH" sz="3600"/>
          </a:p>
          <a:p>
            <a:r>
              <a:rPr lang="en-PH" sz="3600">
                <a:ea typeface="+mn-lt"/>
                <a:cs typeface="+mn-lt"/>
              </a:rPr>
              <a:t>    Action Logic: Submit form</a:t>
            </a:r>
            <a:endParaRPr lang="en-PH" sz="3600"/>
          </a:p>
          <a:p>
            <a:r>
              <a:rPr lang="en-PH" sz="3600">
                <a:ea typeface="+mn-lt"/>
                <a:cs typeface="+mn-lt"/>
              </a:rPr>
              <a:t>     Get </a:t>
            </a:r>
            <a:r>
              <a:rPr lang="en-PH" sz="3600" err="1">
                <a:ea typeface="+mn-lt"/>
                <a:cs typeface="+mn-lt"/>
              </a:rPr>
              <a:t>updatedBy</a:t>
            </a:r>
            <a:r>
              <a:rPr lang="en-PH" sz="3600">
                <a:ea typeface="+mn-lt"/>
                <a:cs typeface="+mn-lt"/>
              </a:rPr>
              <a:t> name from session</a:t>
            </a:r>
            <a:endParaRPr lang="en-PH" sz="3600"/>
          </a:p>
          <a:p>
            <a:r>
              <a:rPr lang="en-PH" sz="3600">
                <a:ea typeface="+mn-lt"/>
                <a:cs typeface="+mn-lt"/>
              </a:rPr>
              <a:t>     Call </a:t>
            </a:r>
            <a:r>
              <a:rPr lang="en-PH" sz="3600" err="1">
                <a:ea typeface="+mn-lt"/>
                <a:cs typeface="+mn-lt"/>
              </a:rPr>
              <a:t>IFineService.PayFine</a:t>
            </a:r>
            <a:r>
              <a:rPr lang="en-PH" sz="3600">
                <a:ea typeface="+mn-lt"/>
                <a:cs typeface="+mn-lt"/>
              </a:rPr>
              <a:t>(</a:t>
            </a:r>
            <a:r>
              <a:rPr lang="en-PH" sz="3600" err="1">
                <a:ea typeface="+mn-lt"/>
                <a:cs typeface="+mn-lt"/>
              </a:rPr>
              <a:t>fineId</a:t>
            </a:r>
            <a:r>
              <a:rPr lang="en-PH" sz="3600">
                <a:ea typeface="+mn-lt"/>
                <a:cs typeface="+mn-lt"/>
              </a:rPr>
              <a:t>, </a:t>
            </a:r>
            <a:r>
              <a:rPr lang="en-PH" sz="3600" err="1">
                <a:ea typeface="+mn-lt"/>
                <a:cs typeface="+mn-lt"/>
              </a:rPr>
              <a:t>updatedBy</a:t>
            </a:r>
            <a:r>
              <a:rPr lang="en-PH" sz="3600">
                <a:ea typeface="+mn-lt"/>
                <a:cs typeface="+mn-lt"/>
              </a:rPr>
              <a:t>)</a:t>
            </a:r>
            <a:endParaRPr lang="en-PH" sz="3600"/>
          </a:p>
          <a:p>
            <a:r>
              <a:rPr lang="en-PH" sz="3600">
                <a:ea typeface="+mn-lt"/>
                <a:cs typeface="+mn-lt"/>
              </a:rPr>
              <a:t>     Service logic:</a:t>
            </a:r>
            <a:endParaRPr lang="en-PH" sz="3600"/>
          </a:p>
          <a:p>
            <a:r>
              <a:rPr lang="en-PH" sz="3600">
                <a:ea typeface="+mn-lt"/>
                <a:cs typeface="+mn-lt"/>
              </a:rPr>
              <a:t>      Update fine: Status=Paid, </a:t>
            </a:r>
            <a:r>
              <a:rPr lang="en-PH" sz="3600" err="1">
                <a:ea typeface="+mn-lt"/>
                <a:cs typeface="+mn-lt"/>
              </a:rPr>
              <a:t>PaymentDate</a:t>
            </a:r>
            <a:r>
              <a:rPr lang="en-PH" sz="3600">
                <a:ea typeface="+mn-lt"/>
                <a:cs typeface="+mn-lt"/>
              </a:rPr>
              <a:t>=Today</a:t>
            </a:r>
            <a:endParaRPr lang="en-PH" sz="3600"/>
          </a:p>
          <a:p>
            <a:r>
              <a:rPr lang="en-PH" sz="3600">
                <a:ea typeface="+mn-lt"/>
                <a:cs typeface="+mn-lt"/>
              </a:rPr>
              <a:t>      Create notification for member (fine paid)</a:t>
            </a:r>
            <a:endParaRPr lang="en-PH" sz="3600"/>
          </a:p>
          <a:p>
            <a:r>
              <a:rPr lang="en-PH" sz="3600">
                <a:ea typeface="+mn-lt"/>
                <a:cs typeface="+mn-lt"/>
              </a:rPr>
              <a:t>      Redirect to /Fines/Index with success message</a:t>
            </a:r>
            <a:endParaRPr lang="en-PH" sz="3600"/>
          </a:p>
          <a:p>
            <a:endParaRPr lang="en-PH" sz="3600">
              <a:ea typeface="+mn-lt"/>
              <a:cs typeface="+mn-lt"/>
            </a:endParaRPr>
          </a:p>
          <a:p>
            <a:r>
              <a:rPr lang="en-PH" sz="3600">
                <a:ea typeface="+mn-lt"/>
                <a:cs typeface="+mn-lt"/>
              </a:rPr>
              <a:t>  </a:t>
            </a:r>
            <a:r>
              <a:rPr lang="en-PH" sz="3600" b="1" err="1">
                <a:ea typeface="+mn-lt"/>
                <a:cs typeface="+mn-lt"/>
              </a:rPr>
              <a:t>OnGet</a:t>
            </a:r>
            <a:r>
              <a:rPr lang="en-PH" sz="3600" b="1">
                <a:ea typeface="+mn-lt"/>
                <a:cs typeface="+mn-lt"/>
              </a:rPr>
              <a:t> Logic:</a:t>
            </a:r>
            <a:endParaRPr lang="en-PH" sz="3600" b="1"/>
          </a:p>
          <a:p>
            <a:r>
              <a:rPr lang="en-PH" sz="3600">
                <a:ea typeface="+mn-lt"/>
                <a:cs typeface="+mn-lt"/>
              </a:rPr>
              <a:t>    Load fine by ID</a:t>
            </a:r>
            <a:endParaRPr lang="en-PH" sz="3600"/>
          </a:p>
          <a:p>
            <a:r>
              <a:rPr lang="en-PH" sz="3600">
                <a:ea typeface="+mn-lt"/>
                <a:cs typeface="+mn-lt"/>
              </a:rPr>
              <a:t>    Load related member name</a:t>
            </a:r>
            <a:endParaRPr lang="en-PH" sz="3600"/>
          </a:p>
          <a:p>
            <a:r>
              <a:rPr lang="en-PH" sz="3600">
                <a:ea typeface="+mn-lt"/>
                <a:cs typeface="+mn-lt"/>
              </a:rPr>
              <a:t>    Display fine details</a:t>
            </a:r>
            <a:endParaRPr lang="en-PH" sz="3600"/>
          </a:p>
        </p:txBody>
      </p:sp>
      <p:sp>
        <p:nvSpPr>
          <p:cNvPr id="6" name="Text Placeholder 5">
            <a:extLst>
              <a:ext uri="{FF2B5EF4-FFF2-40B4-BE49-F238E27FC236}">
                <a16:creationId xmlns:a16="http://schemas.microsoft.com/office/drawing/2014/main" id="{1481AAD5-78C5-B312-BE42-293E415F1613}"/>
              </a:ext>
            </a:extLst>
          </p:cNvPr>
          <p:cNvSpPr>
            <a:spLocks noGrp="1"/>
          </p:cNvSpPr>
          <p:nvPr>
            <p:ph type="body" sz="quarter" idx="13"/>
          </p:nvPr>
        </p:nvSpPr>
        <p:spPr/>
        <p:txBody>
          <a:bodyPr/>
          <a:lstStyle/>
          <a:p>
            <a:r>
              <a:rPr lang="en-PH">
                <a:latin typeface="Impact"/>
              </a:rPr>
              <a:t>7.1 </a:t>
            </a:r>
            <a:r>
              <a:rPr lang="en-PH" i="1">
                <a:latin typeface="Impact"/>
              </a:rPr>
              <a:t>Fines – Pay Fine Page Logic</a:t>
            </a:r>
            <a:endParaRPr lang="en-PH" i="1">
              <a:solidFill>
                <a:srgbClr val="000000"/>
              </a:solidFill>
              <a:latin typeface="Impact"/>
            </a:endParaRPr>
          </a:p>
        </p:txBody>
      </p:sp>
    </p:spTree>
    <p:extLst>
      <p:ext uri="{BB962C8B-B14F-4D97-AF65-F5344CB8AC3E}">
        <p14:creationId xmlns:p14="http://schemas.microsoft.com/office/powerpoint/2010/main" val="28464149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395E9-C75E-FB35-508B-DCBCF036FF44}"/>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6C62112-73FE-1636-89C0-8D2897E6DF1E}"/>
              </a:ext>
            </a:extLst>
          </p:cNvPr>
          <p:cNvSpPr>
            <a:spLocks noGrp="1"/>
          </p:cNvSpPr>
          <p:nvPr>
            <p:ph type="body" sz="quarter" idx="13"/>
          </p:nvPr>
        </p:nvSpPr>
        <p:spPr/>
        <p:txBody>
          <a:bodyPr/>
          <a:lstStyle/>
          <a:p>
            <a:r>
              <a:rPr lang="en-PH">
                <a:latin typeface="Impact"/>
              </a:rPr>
              <a:t>8.0 Book Requests – Requests List Page</a:t>
            </a:r>
            <a:endParaRPr lang="en-US"/>
          </a:p>
        </p:txBody>
      </p:sp>
      <p:pic>
        <p:nvPicPr>
          <p:cNvPr id="3" name="Picture 2">
            <a:extLst>
              <a:ext uri="{FF2B5EF4-FFF2-40B4-BE49-F238E27FC236}">
                <a16:creationId xmlns:a16="http://schemas.microsoft.com/office/drawing/2014/main" id="{9F816A13-1018-36A4-196B-A264D7018EE9}"/>
              </a:ext>
            </a:extLst>
          </p:cNvPr>
          <p:cNvPicPr>
            <a:picLocks noChangeAspect="1"/>
          </p:cNvPicPr>
          <p:nvPr/>
        </p:nvPicPr>
        <p:blipFill>
          <a:blip r:embed="rId2"/>
          <a:stretch>
            <a:fillRect/>
          </a:stretch>
        </p:blipFill>
        <p:spPr>
          <a:xfrm>
            <a:off x="531197" y="1740795"/>
            <a:ext cx="22515034" cy="11456165"/>
          </a:xfrm>
          <a:prstGeom prst="rect">
            <a:avLst/>
          </a:prstGeom>
        </p:spPr>
      </p:pic>
    </p:spTree>
    <p:extLst>
      <p:ext uri="{BB962C8B-B14F-4D97-AF65-F5344CB8AC3E}">
        <p14:creationId xmlns:p14="http://schemas.microsoft.com/office/powerpoint/2010/main" val="22549820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1F3E2-F742-75CF-4B9B-A8F1AB1B9247}"/>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B499588E-53A8-D723-F505-C239E718A674}"/>
              </a:ext>
            </a:extLst>
          </p:cNvPr>
          <p:cNvSpPr>
            <a:spLocks noGrp="1"/>
          </p:cNvSpPr>
          <p:nvPr>
            <p:ph type="body" sz="quarter" idx="13"/>
          </p:nvPr>
        </p:nvSpPr>
        <p:spPr/>
        <p:txBody>
          <a:bodyPr/>
          <a:lstStyle/>
          <a:p>
            <a:r>
              <a:rPr lang="en-PH">
                <a:latin typeface="Impact"/>
              </a:rPr>
              <a:t>8.0 Book Requests – Requests List Page</a:t>
            </a:r>
            <a:endParaRPr lang="en-US"/>
          </a:p>
        </p:txBody>
      </p:sp>
      <p:pic>
        <p:nvPicPr>
          <p:cNvPr id="2" name="Picture 1">
            <a:extLst>
              <a:ext uri="{FF2B5EF4-FFF2-40B4-BE49-F238E27FC236}">
                <a16:creationId xmlns:a16="http://schemas.microsoft.com/office/drawing/2014/main" id="{E57AA4A2-4EA4-12AF-8530-238F5AAA3070}"/>
              </a:ext>
            </a:extLst>
          </p:cNvPr>
          <p:cNvPicPr>
            <a:picLocks noChangeAspect="1"/>
          </p:cNvPicPr>
          <p:nvPr/>
        </p:nvPicPr>
        <p:blipFill>
          <a:blip r:embed="rId2"/>
          <a:stretch>
            <a:fillRect/>
          </a:stretch>
        </p:blipFill>
        <p:spPr>
          <a:xfrm>
            <a:off x="731417" y="1485970"/>
            <a:ext cx="21394986" cy="10886960"/>
          </a:xfrm>
          <a:prstGeom prst="rect">
            <a:avLst/>
          </a:prstGeom>
        </p:spPr>
      </p:pic>
    </p:spTree>
    <p:extLst>
      <p:ext uri="{BB962C8B-B14F-4D97-AF65-F5344CB8AC3E}">
        <p14:creationId xmlns:p14="http://schemas.microsoft.com/office/powerpoint/2010/main" val="18573720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88275-F929-68CF-882A-0B579FDE85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8DB6C6-1C09-D589-34F6-AFE72875662A}"/>
              </a:ext>
            </a:extLst>
          </p:cNvPr>
          <p:cNvSpPr txBox="1"/>
          <p:nvPr/>
        </p:nvSpPr>
        <p:spPr>
          <a:xfrm>
            <a:off x="540786" y="2507161"/>
            <a:ext cx="24163662" cy="86792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3600" b="1" i="1" err="1">
                <a:latin typeface="Arial"/>
                <a:ea typeface="Calibri"/>
                <a:cs typeface="Arial"/>
              </a:rPr>
              <a:t>BookRequests</a:t>
            </a:r>
            <a:r>
              <a:rPr lang="en-PH" sz="3600" b="1" i="1">
                <a:latin typeface="Arial"/>
                <a:ea typeface="Calibri"/>
                <a:cs typeface="Arial"/>
              </a:rPr>
              <a:t>/</a:t>
            </a:r>
            <a:r>
              <a:rPr lang="en-PH" sz="3600" b="1" i="1">
                <a:ea typeface="Calibri"/>
                <a:cs typeface="Arial"/>
              </a:rPr>
              <a:t>Index — Requests List</a:t>
            </a:r>
            <a:endParaRPr lang="en-US"/>
          </a:p>
          <a:p>
            <a:r>
              <a:rPr lang="en-PH" sz="3600" b="1">
                <a:ea typeface="+mn-lt"/>
                <a:cs typeface="+mn-lt"/>
              </a:rPr>
              <a:t>  Field: Requests table</a:t>
            </a:r>
            <a:endParaRPr lang="en-PH" sz="3600" b="1"/>
          </a:p>
          <a:p>
            <a:r>
              <a:rPr lang="en-PH" sz="3600">
                <a:cs typeface="Arial"/>
              </a:rPr>
              <a:t> </a:t>
            </a:r>
            <a:r>
              <a:rPr lang="en-PH" sz="3600">
                <a:ea typeface="+mn-lt"/>
                <a:cs typeface="+mn-lt"/>
              </a:rPr>
              <a:t>   Logic: Role-based display</a:t>
            </a:r>
            <a:endParaRPr lang="en-PH" sz="3600"/>
          </a:p>
          <a:p>
            <a:r>
              <a:rPr lang="en-PH" sz="3600">
                <a:ea typeface="+mn-lt"/>
                <a:cs typeface="+mn-lt"/>
              </a:rPr>
              <a:t>   Admin: Show all requests</a:t>
            </a:r>
          </a:p>
          <a:p>
            <a:r>
              <a:rPr lang="en-PH" sz="3600">
                <a:ea typeface="+mn-lt"/>
                <a:cs typeface="+mn-lt"/>
              </a:rPr>
              <a:t>   Member: Show only their requests</a:t>
            </a:r>
            <a:endParaRPr lang="en-PH"/>
          </a:p>
          <a:p>
            <a:r>
              <a:rPr lang="en-PH" sz="3600">
                <a:ea typeface="+mn-lt"/>
                <a:cs typeface="+mn-lt"/>
              </a:rPr>
              <a:t>   Columns: Member Name, Book Title, Author, Request Date, Status (color-coded badge), Actions</a:t>
            </a:r>
            <a:endParaRPr lang="en-PH"/>
          </a:p>
          <a:p>
            <a:r>
              <a:rPr lang="en-PH" sz="3600">
                <a:ea typeface="+mn-lt"/>
                <a:cs typeface="+mn-lt"/>
              </a:rPr>
              <a:t>   Status colors: Pending (orange), Approved (green), Rejected (red), Fulfilled (blue), Cancelled (gray)</a:t>
            </a:r>
            <a:endParaRPr lang="en-PH"/>
          </a:p>
          <a:p>
            <a:endParaRPr lang="en-PH" sz="3600">
              <a:cs typeface="Arial"/>
            </a:endParaRPr>
          </a:p>
          <a:p>
            <a:r>
              <a:rPr lang="en-PH" sz="3600">
                <a:ea typeface="+mn-lt"/>
                <a:cs typeface="+mn-lt"/>
              </a:rPr>
              <a:t>  </a:t>
            </a:r>
            <a:r>
              <a:rPr lang="en-PH" sz="3600" b="1">
                <a:ea typeface="+mn-lt"/>
                <a:cs typeface="+mn-lt"/>
              </a:rPr>
              <a:t>Field: Action buttons (Admin, for Pending requests)</a:t>
            </a:r>
          </a:p>
          <a:p>
            <a:r>
              <a:rPr lang="en-PH" sz="3600">
                <a:ea typeface="+mn-lt"/>
                <a:cs typeface="+mn-lt"/>
              </a:rPr>
              <a:t>    Approve button</a:t>
            </a:r>
            <a:endParaRPr lang="en-PH" sz="3600"/>
          </a:p>
          <a:p>
            <a:r>
              <a:rPr lang="en-PH" sz="3600">
                <a:ea typeface="+mn-lt"/>
                <a:cs typeface="+mn-lt"/>
              </a:rPr>
              <a:t>   Action: Click "Approve"</a:t>
            </a:r>
            <a:endParaRPr lang="en-PH" sz="3600"/>
          </a:p>
          <a:p>
            <a:r>
              <a:rPr lang="en-PH" sz="3600">
                <a:ea typeface="+mn-lt"/>
                <a:cs typeface="+mn-lt"/>
              </a:rPr>
              <a:t>    Action Logic: Navigate to /</a:t>
            </a:r>
            <a:r>
              <a:rPr lang="en-PH" sz="3600" err="1">
                <a:ea typeface="+mn-lt"/>
                <a:cs typeface="+mn-lt"/>
              </a:rPr>
              <a:t>BookRequests</a:t>
            </a:r>
            <a:r>
              <a:rPr lang="en-PH" sz="3600">
                <a:ea typeface="+mn-lt"/>
                <a:cs typeface="+mn-lt"/>
              </a:rPr>
              <a:t>/</a:t>
            </a:r>
            <a:r>
              <a:rPr lang="en-PH" sz="3600" err="1">
                <a:ea typeface="+mn-lt"/>
                <a:cs typeface="+mn-lt"/>
              </a:rPr>
              <a:t>Approve?id</a:t>
            </a:r>
            <a:r>
              <a:rPr lang="en-PH" sz="3600">
                <a:ea typeface="+mn-lt"/>
                <a:cs typeface="+mn-lt"/>
              </a:rPr>
              <a:t>={</a:t>
            </a:r>
            <a:r>
              <a:rPr lang="en-PH" sz="3600" err="1">
                <a:ea typeface="+mn-lt"/>
                <a:cs typeface="+mn-lt"/>
              </a:rPr>
              <a:t>requestId</a:t>
            </a:r>
            <a:r>
              <a:rPr lang="en-PH" sz="3600">
                <a:ea typeface="+mn-lt"/>
                <a:cs typeface="+mn-lt"/>
              </a:rPr>
              <a:t>}</a:t>
            </a:r>
            <a:endParaRPr lang="en-PH" sz="3600"/>
          </a:p>
          <a:p>
            <a:r>
              <a:rPr lang="en-PH" sz="3600">
                <a:ea typeface="+mn-lt"/>
                <a:cs typeface="+mn-lt"/>
              </a:rPr>
              <a:t>    Reject button</a:t>
            </a:r>
          </a:p>
          <a:p>
            <a:r>
              <a:rPr lang="en-PH" sz="3600">
                <a:ea typeface="+mn-lt"/>
                <a:cs typeface="+mn-lt"/>
              </a:rPr>
              <a:t>   Action: Click "Reject"</a:t>
            </a:r>
            <a:endParaRPr lang="en-PH" sz="3600">
              <a:cs typeface="Arial"/>
            </a:endParaRPr>
          </a:p>
          <a:p>
            <a:r>
              <a:rPr lang="en-PH" sz="3600">
                <a:ea typeface="+mn-lt"/>
                <a:cs typeface="+mn-lt"/>
              </a:rPr>
              <a:t>    Action Logic: Navigate to /</a:t>
            </a:r>
            <a:r>
              <a:rPr lang="en-PH" sz="3600" err="1">
                <a:ea typeface="+mn-lt"/>
                <a:cs typeface="+mn-lt"/>
              </a:rPr>
              <a:t>BookRequests</a:t>
            </a:r>
            <a:r>
              <a:rPr lang="en-PH" sz="3600">
                <a:ea typeface="+mn-lt"/>
                <a:cs typeface="+mn-lt"/>
              </a:rPr>
              <a:t>/</a:t>
            </a:r>
            <a:r>
              <a:rPr lang="en-PH" sz="3600" err="1">
                <a:ea typeface="+mn-lt"/>
                <a:cs typeface="+mn-lt"/>
              </a:rPr>
              <a:t>Reject?id</a:t>
            </a:r>
            <a:r>
              <a:rPr lang="en-PH" sz="3600">
                <a:ea typeface="+mn-lt"/>
                <a:cs typeface="+mn-lt"/>
              </a:rPr>
              <a:t>={</a:t>
            </a:r>
            <a:r>
              <a:rPr lang="en-PH" sz="3600" err="1">
                <a:ea typeface="+mn-lt"/>
                <a:cs typeface="+mn-lt"/>
              </a:rPr>
              <a:t>requestId</a:t>
            </a:r>
            <a:r>
              <a:rPr lang="en-PH" sz="3600">
                <a:ea typeface="+mn-lt"/>
                <a:cs typeface="+mn-lt"/>
              </a:rPr>
              <a:t>}</a:t>
            </a:r>
            <a:endParaRPr lang="en-PH">
              <a:ea typeface="+mn-lt"/>
              <a:cs typeface="+mn-lt"/>
            </a:endParaRPr>
          </a:p>
          <a:p>
            <a:endParaRPr lang="en-PH"/>
          </a:p>
        </p:txBody>
      </p:sp>
      <p:sp>
        <p:nvSpPr>
          <p:cNvPr id="6" name="Text Placeholder 5">
            <a:extLst>
              <a:ext uri="{FF2B5EF4-FFF2-40B4-BE49-F238E27FC236}">
                <a16:creationId xmlns:a16="http://schemas.microsoft.com/office/drawing/2014/main" id="{DA210C99-5137-F55B-80DB-E9AA2BD00FA9}"/>
              </a:ext>
            </a:extLst>
          </p:cNvPr>
          <p:cNvSpPr>
            <a:spLocks noGrp="1"/>
          </p:cNvSpPr>
          <p:nvPr>
            <p:ph type="body" sz="quarter" idx="13"/>
          </p:nvPr>
        </p:nvSpPr>
        <p:spPr/>
        <p:txBody>
          <a:bodyPr/>
          <a:lstStyle/>
          <a:p>
            <a:r>
              <a:rPr lang="en-PH">
                <a:latin typeface="Impact"/>
              </a:rPr>
              <a:t>8.0 </a:t>
            </a:r>
            <a:r>
              <a:rPr lang="en-PH" i="1">
                <a:latin typeface="Impact"/>
              </a:rPr>
              <a:t>Book Requests – Requests List Page Logic</a:t>
            </a:r>
            <a:endParaRPr lang="en-PH" i="1">
              <a:solidFill>
                <a:srgbClr val="000000"/>
              </a:solidFill>
              <a:latin typeface="Impact"/>
            </a:endParaRPr>
          </a:p>
        </p:txBody>
      </p:sp>
    </p:spTree>
    <p:extLst>
      <p:ext uri="{BB962C8B-B14F-4D97-AF65-F5344CB8AC3E}">
        <p14:creationId xmlns:p14="http://schemas.microsoft.com/office/powerpoint/2010/main" val="38746040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2793F-513D-8E25-F4B2-4ADDDB2382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D82EAB-75C9-BB31-64ED-514B37257FD7}"/>
              </a:ext>
            </a:extLst>
          </p:cNvPr>
          <p:cNvSpPr txBox="1"/>
          <p:nvPr/>
        </p:nvSpPr>
        <p:spPr>
          <a:xfrm>
            <a:off x="540786" y="2507161"/>
            <a:ext cx="24163662"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err="1">
                <a:latin typeface="Arial"/>
                <a:ea typeface="Calibri"/>
                <a:cs typeface="Arial"/>
              </a:rPr>
              <a:t>BookRequests</a:t>
            </a:r>
            <a:r>
              <a:rPr lang="en-PH" sz="4000" b="1" i="1">
                <a:latin typeface="Arial"/>
                <a:ea typeface="Calibri"/>
                <a:cs typeface="Arial"/>
              </a:rPr>
              <a:t>/</a:t>
            </a:r>
            <a:r>
              <a:rPr lang="en-PH" sz="4000" b="1" i="1">
                <a:ea typeface="Calibri"/>
                <a:cs typeface="Arial"/>
              </a:rPr>
              <a:t>Index — Requests List</a:t>
            </a:r>
            <a:endParaRPr lang="en-US" sz="4000"/>
          </a:p>
          <a:p>
            <a:r>
              <a:rPr lang="en-PH" sz="4000" b="1">
                <a:ea typeface="+mn-lt"/>
                <a:cs typeface="+mn-lt"/>
              </a:rPr>
              <a:t>  Field: Create New Request button (Member)</a:t>
            </a:r>
            <a:endParaRPr lang="en-PH" sz="4000" b="1"/>
          </a:p>
          <a:p>
            <a:r>
              <a:rPr lang="en-PH" sz="4000">
                <a:cs typeface="Arial"/>
              </a:rPr>
              <a:t> </a:t>
            </a:r>
            <a:r>
              <a:rPr lang="en-PH" sz="4000">
                <a:ea typeface="+mn-lt"/>
                <a:cs typeface="+mn-lt"/>
              </a:rPr>
              <a:t>   Logic: Navigate to request form</a:t>
            </a:r>
            <a:endParaRPr lang="en-PH" sz="4000"/>
          </a:p>
          <a:p>
            <a:r>
              <a:rPr lang="en-PH" sz="4000">
                <a:ea typeface="+mn-lt"/>
                <a:cs typeface="+mn-lt"/>
              </a:rPr>
              <a:t>   Action: Click "Create New Request"</a:t>
            </a:r>
          </a:p>
          <a:p>
            <a:r>
              <a:rPr lang="en-PH" sz="4000">
                <a:ea typeface="+mn-lt"/>
                <a:cs typeface="+mn-lt"/>
              </a:rPr>
              <a:t>    Action Logic: Navigate to /</a:t>
            </a:r>
            <a:r>
              <a:rPr lang="en-PH" sz="4000" err="1">
                <a:ea typeface="+mn-lt"/>
                <a:cs typeface="+mn-lt"/>
              </a:rPr>
              <a:t>BookRequests</a:t>
            </a:r>
            <a:r>
              <a:rPr lang="en-PH" sz="4000">
                <a:ea typeface="+mn-lt"/>
                <a:cs typeface="+mn-lt"/>
              </a:rPr>
              <a:t>/Create</a:t>
            </a:r>
            <a:endParaRPr lang="en-PH" sz="4000"/>
          </a:p>
          <a:p>
            <a:endParaRPr lang="en-PH" sz="4000">
              <a:ea typeface="+mn-lt"/>
              <a:cs typeface="+mn-lt"/>
            </a:endParaRPr>
          </a:p>
          <a:p>
            <a:r>
              <a:rPr lang="en-PH" sz="4000">
                <a:ea typeface="+mn-lt"/>
                <a:cs typeface="+mn-lt"/>
              </a:rPr>
              <a:t>  </a:t>
            </a:r>
            <a:r>
              <a:rPr lang="en-PH" sz="4000" b="1" err="1">
                <a:ea typeface="+mn-lt"/>
                <a:cs typeface="+mn-lt"/>
              </a:rPr>
              <a:t>OnGet</a:t>
            </a:r>
            <a:r>
              <a:rPr lang="en-PH" sz="4000" b="1">
                <a:ea typeface="+mn-lt"/>
                <a:cs typeface="+mn-lt"/>
              </a:rPr>
              <a:t> Logic:</a:t>
            </a:r>
            <a:endParaRPr lang="en-PH" sz="4000" b="1"/>
          </a:p>
          <a:p>
            <a:r>
              <a:rPr lang="en-PH" sz="4000">
                <a:ea typeface="+mn-lt"/>
                <a:cs typeface="+mn-lt"/>
              </a:rPr>
              <a:t>    Load requests based on role</a:t>
            </a:r>
            <a:endParaRPr lang="en-PH" sz="4000"/>
          </a:p>
          <a:p>
            <a:r>
              <a:rPr lang="en-PH" sz="4000">
                <a:ea typeface="+mn-lt"/>
                <a:cs typeface="+mn-lt"/>
              </a:rPr>
              <a:t>    Enrich with member names</a:t>
            </a:r>
          </a:p>
          <a:p>
            <a:r>
              <a:rPr lang="en-PH" sz="4000">
                <a:ea typeface="+mn-lt"/>
                <a:cs typeface="+mn-lt"/>
              </a:rPr>
              <a:t>    Load notifications (for members)</a:t>
            </a:r>
            <a:endParaRPr lang="en-PH" sz="4000"/>
          </a:p>
          <a:p>
            <a:endParaRPr lang="en-PH" sz="2000"/>
          </a:p>
        </p:txBody>
      </p:sp>
      <p:sp>
        <p:nvSpPr>
          <p:cNvPr id="6" name="Text Placeholder 5">
            <a:extLst>
              <a:ext uri="{FF2B5EF4-FFF2-40B4-BE49-F238E27FC236}">
                <a16:creationId xmlns:a16="http://schemas.microsoft.com/office/drawing/2014/main" id="{20A45170-C4AB-6C6E-6BD3-56A85CD74F2D}"/>
              </a:ext>
            </a:extLst>
          </p:cNvPr>
          <p:cNvSpPr>
            <a:spLocks noGrp="1"/>
          </p:cNvSpPr>
          <p:nvPr>
            <p:ph type="body" sz="quarter" idx="13"/>
          </p:nvPr>
        </p:nvSpPr>
        <p:spPr/>
        <p:txBody>
          <a:bodyPr/>
          <a:lstStyle/>
          <a:p>
            <a:r>
              <a:rPr lang="en-PH">
                <a:latin typeface="Impact"/>
              </a:rPr>
              <a:t>8.0 </a:t>
            </a:r>
            <a:r>
              <a:rPr lang="en-PH" i="1">
                <a:latin typeface="Impact"/>
              </a:rPr>
              <a:t>Book Requests – Requests List Page Logic</a:t>
            </a:r>
            <a:endParaRPr lang="en-PH">
              <a:solidFill>
                <a:srgbClr val="000000"/>
              </a:solidFill>
              <a:latin typeface="Impact"/>
            </a:endParaRPr>
          </a:p>
        </p:txBody>
      </p:sp>
    </p:spTree>
    <p:extLst>
      <p:ext uri="{BB962C8B-B14F-4D97-AF65-F5344CB8AC3E}">
        <p14:creationId xmlns:p14="http://schemas.microsoft.com/office/powerpoint/2010/main" val="41567991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ACC55-C2C4-317B-49D9-0FFA851D230F}"/>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3D3A7CF-C94F-AD19-052B-CD350C771891}"/>
              </a:ext>
            </a:extLst>
          </p:cNvPr>
          <p:cNvSpPr>
            <a:spLocks noGrp="1"/>
          </p:cNvSpPr>
          <p:nvPr>
            <p:ph type="body" sz="quarter" idx="13"/>
          </p:nvPr>
        </p:nvSpPr>
        <p:spPr/>
        <p:txBody>
          <a:bodyPr/>
          <a:lstStyle/>
          <a:p>
            <a:r>
              <a:rPr lang="en-PH">
                <a:latin typeface="Impact"/>
              </a:rPr>
              <a:t>8.1 Book Requests - Create Page</a:t>
            </a:r>
            <a:endParaRPr lang="en-US"/>
          </a:p>
        </p:txBody>
      </p:sp>
      <p:pic>
        <p:nvPicPr>
          <p:cNvPr id="3" name="Picture 2">
            <a:extLst>
              <a:ext uri="{FF2B5EF4-FFF2-40B4-BE49-F238E27FC236}">
                <a16:creationId xmlns:a16="http://schemas.microsoft.com/office/drawing/2014/main" id="{A3350FDF-79CB-F7A1-8885-4D0F15BE7241}"/>
              </a:ext>
            </a:extLst>
          </p:cNvPr>
          <p:cNvPicPr>
            <a:picLocks noChangeAspect="1"/>
          </p:cNvPicPr>
          <p:nvPr/>
        </p:nvPicPr>
        <p:blipFill>
          <a:blip r:embed="rId2"/>
          <a:stretch>
            <a:fillRect/>
          </a:stretch>
        </p:blipFill>
        <p:spPr>
          <a:xfrm>
            <a:off x="1568698" y="2013822"/>
            <a:ext cx="21119564" cy="10721707"/>
          </a:xfrm>
          <a:prstGeom prst="rect">
            <a:avLst/>
          </a:prstGeom>
        </p:spPr>
      </p:pic>
    </p:spTree>
    <p:extLst>
      <p:ext uri="{BB962C8B-B14F-4D97-AF65-F5344CB8AC3E}">
        <p14:creationId xmlns:p14="http://schemas.microsoft.com/office/powerpoint/2010/main" val="7631930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5DBF0-48FF-CECA-5318-60981C10F5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4D17B0-EDB0-72D4-5E92-EC69EFC27DA8}"/>
              </a:ext>
            </a:extLst>
          </p:cNvPr>
          <p:cNvSpPr txBox="1"/>
          <p:nvPr/>
        </p:nvSpPr>
        <p:spPr>
          <a:xfrm>
            <a:off x="540786" y="2507161"/>
            <a:ext cx="24163662" cy="105259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err="1">
                <a:latin typeface="Arial"/>
                <a:ea typeface="Calibri"/>
                <a:cs typeface="Arial"/>
              </a:rPr>
              <a:t>BookRequests</a:t>
            </a:r>
            <a:r>
              <a:rPr lang="en-PH" sz="4000" b="1" i="1">
                <a:latin typeface="Arial"/>
                <a:ea typeface="Calibri"/>
                <a:cs typeface="Arial"/>
              </a:rPr>
              <a:t>/</a:t>
            </a:r>
            <a:r>
              <a:rPr lang="en-PH" sz="4000" b="1" i="1">
                <a:ea typeface="Calibri"/>
                <a:cs typeface="Arial"/>
              </a:rPr>
              <a:t>Create — Submit Request</a:t>
            </a:r>
            <a:endParaRPr lang="en-US" sz="4000">
              <a:ea typeface="Calibri"/>
              <a:cs typeface="Arial"/>
            </a:endParaRPr>
          </a:p>
          <a:p>
            <a:r>
              <a:rPr lang="en-PH" sz="4000" b="1">
                <a:ea typeface="+mn-lt"/>
                <a:cs typeface="+mn-lt"/>
              </a:rPr>
              <a:t>  Field: Book Title input</a:t>
            </a:r>
            <a:endParaRPr lang="en-PH" sz="4000" b="1"/>
          </a:p>
          <a:p>
            <a:r>
              <a:rPr lang="en-PH" sz="4000">
                <a:cs typeface="Arial"/>
              </a:rPr>
              <a:t> </a:t>
            </a:r>
            <a:r>
              <a:rPr lang="en-PH" sz="4000">
                <a:ea typeface="+mn-lt"/>
                <a:cs typeface="+mn-lt"/>
              </a:rPr>
              <a:t>   Logic: Required field</a:t>
            </a:r>
            <a:endParaRPr lang="en-PH" sz="4000"/>
          </a:p>
          <a:p>
            <a:r>
              <a:rPr lang="en-PH" sz="4000">
                <a:ea typeface="+mn-lt"/>
                <a:cs typeface="+mn-lt"/>
              </a:rPr>
              <a:t>   Validation: Not empty, max 300 chars</a:t>
            </a:r>
          </a:p>
          <a:p>
            <a:endParaRPr lang="en-PH" sz="4000">
              <a:cs typeface="Arial"/>
            </a:endParaRPr>
          </a:p>
          <a:p>
            <a:r>
              <a:rPr lang="en-PH" sz="4000">
                <a:ea typeface="+mn-lt"/>
                <a:cs typeface="+mn-lt"/>
              </a:rPr>
              <a:t>  </a:t>
            </a:r>
            <a:r>
              <a:rPr lang="en-PH" sz="4000" b="1">
                <a:ea typeface="+mn-lt"/>
                <a:cs typeface="+mn-lt"/>
              </a:rPr>
              <a:t>Field: Author Name input</a:t>
            </a:r>
            <a:endParaRPr lang="en-PH" b="1"/>
          </a:p>
          <a:p>
            <a:r>
              <a:rPr lang="en-PH" sz="4000">
                <a:ea typeface="+mn-lt"/>
                <a:cs typeface="+mn-lt"/>
              </a:rPr>
              <a:t>    Logic: Required field</a:t>
            </a:r>
            <a:endParaRPr lang="en-PH"/>
          </a:p>
          <a:p>
            <a:r>
              <a:rPr lang="en-PH" sz="4000">
                <a:ea typeface="+mn-lt"/>
                <a:cs typeface="+mn-lt"/>
              </a:rPr>
              <a:t>   Validation: Not empty, max 200 chars</a:t>
            </a:r>
            <a:endParaRPr lang="en-PH"/>
          </a:p>
          <a:p>
            <a:endParaRPr lang="en-PH" sz="4000">
              <a:ea typeface="+mn-lt"/>
              <a:cs typeface="+mn-lt"/>
            </a:endParaRPr>
          </a:p>
          <a:p>
            <a:r>
              <a:rPr lang="en-PH" sz="4000">
                <a:ea typeface="+mn-lt"/>
                <a:cs typeface="+mn-lt"/>
              </a:rPr>
              <a:t>  </a:t>
            </a:r>
            <a:r>
              <a:rPr lang="en-PH" sz="4000" b="1">
                <a:ea typeface="+mn-lt"/>
                <a:cs typeface="+mn-lt"/>
              </a:rPr>
              <a:t>Field: ISBN input</a:t>
            </a:r>
            <a:endParaRPr lang="en-PH" b="1"/>
          </a:p>
          <a:p>
            <a:r>
              <a:rPr lang="en-PH" sz="4000">
                <a:ea typeface="+mn-lt"/>
                <a:cs typeface="+mn-lt"/>
              </a:rPr>
              <a:t>    Logic: Optional field</a:t>
            </a:r>
            <a:endParaRPr lang="en-PH"/>
          </a:p>
          <a:p>
            <a:r>
              <a:rPr lang="en-PH" sz="4000">
                <a:ea typeface="+mn-lt"/>
                <a:cs typeface="+mn-lt"/>
              </a:rPr>
              <a:t>   Validation: Max 13 chars if provided</a:t>
            </a:r>
            <a:endParaRPr lang="en-PH"/>
          </a:p>
          <a:p>
            <a:endParaRPr lang="en-PH" sz="4000">
              <a:ea typeface="+mn-lt"/>
              <a:cs typeface="+mn-lt"/>
            </a:endParaRPr>
          </a:p>
          <a:p>
            <a:r>
              <a:rPr lang="en-PH" sz="4000" b="1">
                <a:ea typeface="+mn-lt"/>
                <a:cs typeface="+mn-lt"/>
              </a:rPr>
              <a:t>  Field: Additional Notes </a:t>
            </a:r>
            <a:r>
              <a:rPr lang="en-PH" sz="4000" b="1" err="1">
                <a:ea typeface="+mn-lt"/>
                <a:cs typeface="+mn-lt"/>
              </a:rPr>
              <a:t>textarea</a:t>
            </a:r>
            <a:endParaRPr lang="en-PH" b="1"/>
          </a:p>
          <a:p>
            <a:r>
              <a:rPr lang="en-PH" sz="4000">
                <a:ea typeface="+mn-lt"/>
                <a:cs typeface="+mn-lt"/>
              </a:rPr>
              <a:t>    Logic: Optional field</a:t>
            </a:r>
            <a:endParaRPr lang="en-PH"/>
          </a:p>
          <a:p>
            <a:r>
              <a:rPr lang="en-PH" sz="4000">
                <a:ea typeface="+mn-lt"/>
                <a:cs typeface="+mn-lt"/>
              </a:rPr>
              <a:t>   Validation: Max 1000 chars</a:t>
            </a:r>
            <a:endParaRPr lang="en-PH"/>
          </a:p>
          <a:p>
            <a:endParaRPr lang="en-PH" sz="2000"/>
          </a:p>
        </p:txBody>
      </p:sp>
      <p:sp>
        <p:nvSpPr>
          <p:cNvPr id="6" name="Text Placeholder 5">
            <a:extLst>
              <a:ext uri="{FF2B5EF4-FFF2-40B4-BE49-F238E27FC236}">
                <a16:creationId xmlns:a16="http://schemas.microsoft.com/office/drawing/2014/main" id="{FC7E50AA-F726-C7A1-39CE-81AFE09B6E9E}"/>
              </a:ext>
            </a:extLst>
          </p:cNvPr>
          <p:cNvSpPr>
            <a:spLocks noGrp="1"/>
          </p:cNvSpPr>
          <p:nvPr>
            <p:ph type="body" sz="quarter" idx="13"/>
          </p:nvPr>
        </p:nvSpPr>
        <p:spPr/>
        <p:txBody>
          <a:bodyPr/>
          <a:lstStyle/>
          <a:p>
            <a:r>
              <a:rPr lang="en-PH">
                <a:latin typeface="Impact"/>
              </a:rPr>
              <a:t>8.1 </a:t>
            </a:r>
            <a:r>
              <a:rPr lang="en-PH" i="1">
                <a:latin typeface="Impact"/>
              </a:rPr>
              <a:t>Book Requests - Create Page Logic</a:t>
            </a:r>
            <a:endParaRPr lang="en-PH" i="1">
              <a:solidFill>
                <a:srgbClr val="000000"/>
              </a:solidFill>
              <a:latin typeface="Impact"/>
            </a:endParaRPr>
          </a:p>
        </p:txBody>
      </p:sp>
    </p:spTree>
    <p:extLst>
      <p:ext uri="{BB962C8B-B14F-4D97-AF65-F5344CB8AC3E}">
        <p14:creationId xmlns:p14="http://schemas.microsoft.com/office/powerpoint/2010/main" val="12350237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A4510-F490-8295-C1CC-A16D286BB9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718E1C-A2BE-F38F-8F00-ACCA16FDC0BA}"/>
              </a:ext>
            </a:extLst>
          </p:cNvPr>
          <p:cNvSpPr txBox="1"/>
          <p:nvPr/>
        </p:nvSpPr>
        <p:spPr>
          <a:xfrm>
            <a:off x="540786" y="2507161"/>
            <a:ext cx="24163662" cy="90178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err="1">
                <a:latin typeface="Arial"/>
                <a:ea typeface="Calibri"/>
                <a:cs typeface="Arial"/>
              </a:rPr>
              <a:t>BookRequests</a:t>
            </a:r>
            <a:r>
              <a:rPr lang="en-PH" sz="4000" b="1" i="1">
                <a:latin typeface="Arial"/>
                <a:ea typeface="Calibri"/>
                <a:cs typeface="Arial"/>
              </a:rPr>
              <a:t>/</a:t>
            </a:r>
            <a:r>
              <a:rPr lang="en-PH" sz="4000" b="1" i="1">
                <a:ea typeface="Calibri"/>
                <a:cs typeface="Arial"/>
              </a:rPr>
              <a:t>Create — Submit Request</a:t>
            </a:r>
            <a:endParaRPr lang="en-US" sz="4000">
              <a:ea typeface="Calibri"/>
              <a:cs typeface="Arial"/>
            </a:endParaRPr>
          </a:p>
          <a:p>
            <a:r>
              <a:rPr lang="en-PH" sz="4000" b="1">
                <a:ea typeface="+mn-lt"/>
                <a:cs typeface="+mn-lt"/>
              </a:rPr>
              <a:t>  Field: Submit Request button</a:t>
            </a:r>
            <a:endParaRPr lang="en-PH" b="1">
              <a:ea typeface="+mn-lt"/>
              <a:cs typeface="+mn-lt"/>
            </a:endParaRPr>
          </a:p>
          <a:p>
            <a:r>
              <a:rPr lang="en-PH" sz="4000">
                <a:ea typeface="+mn-lt"/>
                <a:cs typeface="+mn-lt"/>
              </a:rPr>
              <a:t>    Logic: Create new request</a:t>
            </a:r>
            <a:endParaRPr lang="en-PH">
              <a:ea typeface="+mn-lt"/>
              <a:cs typeface="+mn-lt"/>
            </a:endParaRPr>
          </a:p>
          <a:p>
            <a:r>
              <a:rPr lang="en-PH" sz="4000">
                <a:ea typeface="+mn-lt"/>
                <a:cs typeface="+mn-lt"/>
              </a:rPr>
              <a:t>   Action: Click "Submit Request"</a:t>
            </a:r>
            <a:endParaRPr lang="en-PH">
              <a:ea typeface="+mn-lt"/>
              <a:cs typeface="+mn-lt"/>
            </a:endParaRPr>
          </a:p>
          <a:p>
            <a:r>
              <a:rPr lang="en-PH" sz="4000">
                <a:ea typeface="+mn-lt"/>
                <a:cs typeface="+mn-lt"/>
              </a:rPr>
              <a:t>    Action Logic: Submit form; Validate fields</a:t>
            </a:r>
            <a:endParaRPr lang="en-PH">
              <a:ea typeface="+mn-lt"/>
              <a:cs typeface="+mn-lt"/>
            </a:endParaRPr>
          </a:p>
          <a:p>
            <a:r>
              <a:rPr lang="en-PH" sz="4000">
                <a:ea typeface="+mn-lt"/>
                <a:cs typeface="+mn-lt"/>
              </a:rPr>
              <a:t>     Get </a:t>
            </a:r>
            <a:r>
              <a:rPr lang="en-PH" sz="4000" err="1">
                <a:ea typeface="+mn-lt"/>
                <a:cs typeface="+mn-lt"/>
              </a:rPr>
              <a:t>memberId</a:t>
            </a:r>
            <a:r>
              <a:rPr lang="en-PH" sz="4000">
                <a:ea typeface="+mn-lt"/>
                <a:cs typeface="+mn-lt"/>
              </a:rPr>
              <a:t> from session</a:t>
            </a:r>
            <a:endParaRPr lang="en-PH">
              <a:ea typeface="+mn-lt"/>
              <a:cs typeface="+mn-lt"/>
            </a:endParaRPr>
          </a:p>
          <a:p>
            <a:r>
              <a:rPr lang="en-PH" sz="4000">
                <a:ea typeface="+mn-lt"/>
                <a:cs typeface="+mn-lt"/>
              </a:rPr>
              <a:t>     Create </a:t>
            </a:r>
            <a:r>
              <a:rPr lang="en-PH" sz="4000" err="1">
                <a:ea typeface="+mn-lt"/>
                <a:cs typeface="+mn-lt"/>
              </a:rPr>
              <a:t>BookRequestViewModel</a:t>
            </a:r>
            <a:r>
              <a:rPr lang="en-PH" sz="4000">
                <a:ea typeface="+mn-lt"/>
                <a:cs typeface="+mn-lt"/>
              </a:rPr>
              <a:t> with:</a:t>
            </a:r>
            <a:endParaRPr lang="en-PH">
              <a:ea typeface="+mn-lt"/>
              <a:cs typeface="+mn-lt"/>
            </a:endParaRPr>
          </a:p>
          <a:p>
            <a:r>
              <a:rPr lang="en-PH" sz="4000">
                <a:ea typeface="+mn-lt"/>
                <a:cs typeface="+mn-lt"/>
              </a:rPr>
              <a:t>      </a:t>
            </a:r>
            <a:r>
              <a:rPr lang="en-PH" sz="4000" err="1">
                <a:ea typeface="+mn-lt"/>
                <a:cs typeface="+mn-lt"/>
              </a:rPr>
              <a:t>BookTitle</a:t>
            </a:r>
            <a:r>
              <a:rPr lang="en-PH" sz="4000">
                <a:ea typeface="+mn-lt"/>
                <a:cs typeface="+mn-lt"/>
              </a:rPr>
              <a:t>, </a:t>
            </a:r>
            <a:r>
              <a:rPr lang="en-PH" sz="4000" err="1">
                <a:ea typeface="+mn-lt"/>
                <a:cs typeface="+mn-lt"/>
              </a:rPr>
              <a:t>AuthorName</a:t>
            </a:r>
            <a:r>
              <a:rPr lang="en-PH" sz="4000">
                <a:ea typeface="+mn-lt"/>
                <a:cs typeface="+mn-lt"/>
              </a:rPr>
              <a:t>, ISBN (optional), </a:t>
            </a:r>
            <a:r>
              <a:rPr lang="en-PH" sz="4000" err="1">
                <a:ea typeface="+mn-lt"/>
                <a:cs typeface="+mn-lt"/>
              </a:rPr>
              <a:t>MemberNotes</a:t>
            </a:r>
            <a:endParaRPr lang="en-PH">
              <a:ea typeface="+mn-lt"/>
              <a:cs typeface="+mn-lt"/>
            </a:endParaRPr>
          </a:p>
          <a:p>
            <a:r>
              <a:rPr lang="en-PH" sz="4000">
                <a:ea typeface="+mn-lt"/>
                <a:cs typeface="+mn-lt"/>
              </a:rPr>
              <a:t>      </a:t>
            </a:r>
            <a:r>
              <a:rPr lang="en-PH" sz="4000" err="1">
                <a:ea typeface="+mn-lt"/>
                <a:cs typeface="+mn-lt"/>
              </a:rPr>
              <a:t>RequestDate</a:t>
            </a:r>
            <a:r>
              <a:rPr lang="en-PH" sz="4000">
                <a:ea typeface="+mn-lt"/>
                <a:cs typeface="+mn-lt"/>
              </a:rPr>
              <a:t>=Today, Status=Pending</a:t>
            </a:r>
            <a:endParaRPr lang="en-PH">
              <a:ea typeface="+mn-lt"/>
              <a:cs typeface="+mn-lt"/>
            </a:endParaRPr>
          </a:p>
          <a:p>
            <a:r>
              <a:rPr lang="en-PH" sz="4000">
                <a:ea typeface="+mn-lt"/>
                <a:cs typeface="+mn-lt"/>
              </a:rPr>
              <a:t>     Call </a:t>
            </a:r>
            <a:r>
              <a:rPr lang="en-PH" sz="4000" err="1">
                <a:ea typeface="+mn-lt"/>
                <a:cs typeface="+mn-lt"/>
              </a:rPr>
              <a:t>IBookRequestService.CreateRequest</a:t>
            </a:r>
            <a:r>
              <a:rPr lang="en-PH" sz="4000">
                <a:ea typeface="+mn-lt"/>
                <a:cs typeface="+mn-lt"/>
              </a:rPr>
              <a:t>()</a:t>
            </a:r>
            <a:endParaRPr lang="en-PH">
              <a:ea typeface="+mn-lt"/>
              <a:cs typeface="+mn-lt"/>
            </a:endParaRPr>
          </a:p>
          <a:p>
            <a:r>
              <a:rPr lang="en-PH" sz="4000">
                <a:ea typeface="+mn-lt"/>
                <a:cs typeface="+mn-lt"/>
              </a:rPr>
              <a:t>     Create notification for admins</a:t>
            </a:r>
            <a:endParaRPr lang="en-PH">
              <a:ea typeface="+mn-lt"/>
              <a:cs typeface="+mn-lt"/>
            </a:endParaRPr>
          </a:p>
          <a:p>
            <a:r>
              <a:rPr lang="en-PH" sz="4000">
                <a:ea typeface="+mn-lt"/>
                <a:cs typeface="+mn-lt"/>
              </a:rPr>
              <a:t>     Redirect to /</a:t>
            </a:r>
            <a:r>
              <a:rPr lang="en-PH" sz="4000" err="1">
                <a:ea typeface="+mn-lt"/>
                <a:cs typeface="+mn-lt"/>
              </a:rPr>
              <a:t>BookRequests</a:t>
            </a:r>
            <a:r>
              <a:rPr lang="en-PH" sz="4000">
                <a:ea typeface="+mn-lt"/>
                <a:cs typeface="+mn-lt"/>
              </a:rPr>
              <a:t>/Index with success message</a:t>
            </a:r>
            <a:endParaRPr lang="en-PH">
              <a:cs typeface="Arial"/>
            </a:endParaRPr>
          </a:p>
          <a:p>
            <a:endParaRPr lang="en-PH" sz="4000">
              <a:cs typeface="Arial"/>
            </a:endParaRPr>
          </a:p>
          <a:p>
            <a:endParaRPr lang="en-PH" sz="4000">
              <a:cs typeface="Arial"/>
            </a:endParaRPr>
          </a:p>
          <a:p>
            <a:endParaRPr lang="en-PH" sz="2000"/>
          </a:p>
        </p:txBody>
      </p:sp>
      <p:sp>
        <p:nvSpPr>
          <p:cNvPr id="6" name="Text Placeholder 5">
            <a:extLst>
              <a:ext uri="{FF2B5EF4-FFF2-40B4-BE49-F238E27FC236}">
                <a16:creationId xmlns:a16="http://schemas.microsoft.com/office/drawing/2014/main" id="{BCA1EBEB-20F5-7499-4E25-A0CC8AA9ACA5}"/>
              </a:ext>
            </a:extLst>
          </p:cNvPr>
          <p:cNvSpPr>
            <a:spLocks noGrp="1"/>
          </p:cNvSpPr>
          <p:nvPr>
            <p:ph type="body" sz="quarter" idx="13"/>
          </p:nvPr>
        </p:nvSpPr>
        <p:spPr/>
        <p:txBody>
          <a:bodyPr/>
          <a:lstStyle/>
          <a:p>
            <a:r>
              <a:rPr lang="en-PH">
                <a:latin typeface="Impact"/>
              </a:rPr>
              <a:t>8.1 </a:t>
            </a:r>
            <a:r>
              <a:rPr lang="en-PH" i="1">
                <a:latin typeface="Impact"/>
              </a:rPr>
              <a:t>Book Requests - Create Page Logic</a:t>
            </a:r>
            <a:endParaRPr lang="en-PH">
              <a:solidFill>
                <a:srgbClr val="000000"/>
              </a:solidFill>
              <a:latin typeface="Impact"/>
            </a:endParaRPr>
          </a:p>
        </p:txBody>
      </p:sp>
    </p:spTree>
    <p:extLst>
      <p:ext uri="{BB962C8B-B14F-4D97-AF65-F5344CB8AC3E}">
        <p14:creationId xmlns:p14="http://schemas.microsoft.com/office/powerpoint/2010/main" val="26651063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919F5-92BE-37E5-5936-E3D553651B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0A2DD9-F424-60A2-3AA4-D820B77097A8}"/>
              </a:ext>
            </a:extLst>
          </p:cNvPr>
          <p:cNvSpPr txBox="1"/>
          <p:nvPr/>
        </p:nvSpPr>
        <p:spPr>
          <a:xfrm>
            <a:off x="540786" y="3890496"/>
            <a:ext cx="24163662" cy="58785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400" b="1" i="1" err="1">
                <a:latin typeface="Arial"/>
                <a:ea typeface="Calibri"/>
                <a:cs typeface="Arial"/>
              </a:rPr>
              <a:t>BookRequests</a:t>
            </a:r>
            <a:r>
              <a:rPr lang="en-PH" sz="4400" b="1" i="1">
                <a:latin typeface="Arial"/>
                <a:ea typeface="Calibri"/>
                <a:cs typeface="Arial"/>
              </a:rPr>
              <a:t>/</a:t>
            </a:r>
            <a:r>
              <a:rPr lang="en-PH" sz="4400" b="1" i="1">
                <a:ea typeface="Calibri"/>
                <a:cs typeface="Arial"/>
              </a:rPr>
              <a:t>Approve — Approve Request</a:t>
            </a:r>
            <a:endParaRPr lang="en-US" sz="4400">
              <a:ea typeface="Calibri"/>
              <a:cs typeface="Arial"/>
            </a:endParaRPr>
          </a:p>
          <a:p>
            <a:r>
              <a:rPr lang="en-PH" sz="4400" b="1">
                <a:ea typeface="+mn-lt"/>
                <a:cs typeface="+mn-lt"/>
              </a:rPr>
              <a:t>  Field: Request details display</a:t>
            </a:r>
            <a:endParaRPr lang="en-PH" sz="4400" b="1"/>
          </a:p>
          <a:p>
            <a:r>
              <a:rPr lang="en-PH" sz="4400">
                <a:cs typeface="Arial"/>
              </a:rPr>
              <a:t> </a:t>
            </a:r>
            <a:r>
              <a:rPr lang="en-PH" sz="4400">
                <a:ea typeface="+mn-lt"/>
                <a:cs typeface="+mn-lt"/>
              </a:rPr>
              <a:t>   Logic: Read-only confirmation</a:t>
            </a:r>
            <a:endParaRPr lang="en-PH" sz="4400"/>
          </a:p>
          <a:p>
            <a:r>
              <a:rPr lang="en-PH" sz="4400">
                <a:ea typeface="+mn-lt"/>
                <a:cs typeface="+mn-lt"/>
              </a:rPr>
              <a:t>   Display: Member name, Book title, Author, ISBN, Request date, Member notes</a:t>
            </a:r>
            <a:endParaRPr lang="en-PH" sz="4400"/>
          </a:p>
          <a:p>
            <a:endParaRPr lang="en-PH" sz="4400">
              <a:ea typeface="+mn-lt"/>
              <a:cs typeface="+mn-lt"/>
            </a:endParaRPr>
          </a:p>
          <a:p>
            <a:r>
              <a:rPr lang="en-PH" sz="4400" b="1">
                <a:ea typeface="+mn-lt"/>
                <a:cs typeface="+mn-lt"/>
              </a:rPr>
              <a:t>  Field: Admin Notes </a:t>
            </a:r>
            <a:r>
              <a:rPr lang="en-PH" sz="4400" b="1" err="1">
                <a:ea typeface="+mn-lt"/>
                <a:cs typeface="+mn-lt"/>
              </a:rPr>
              <a:t>textarea</a:t>
            </a:r>
            <a:endParaRPr lang="en-PH" sz="4400" b="1"/>
          </a:p>
          <a:p>
            <a:r>
              <a:rPr lang="en-PH" sz="4400">
                <a:ea typeface="+mn-lt"/>
                <a:cs typeface="+mn-lt"/>
              </a:rPr>
              <a:t>    Logic: Optional admin comments</a:t>
            </a:r>
            <a:endParaRPr lang="en-PH" sz="4400"/>
          </a:p>
          <a:p>
            <a:r>
              <a:rPr lang="en-PH" sz="4400">
                <a:ea typeface="+mn-lt"/>
                <a:cs typeface="+mn-lt"/>
              </a:rPr>
              <a:t>   Validation: Max 1000 chars</a:t>
            </a:r>
            <a:endParaRPr lang="en-PH" sz="4400"/>
          </a:p>
          <a:p>
            <a:endParaRPr lang="en-PH" sz="2400"/>
          </a:p>
        </p:txBody>
      </p:sp>
      <p:sp>
        <p:nvSpPr>
          <p:cNvPr id="6" name="Text Placeholder 5">
            <a:extLst>
              <a:ext uri="{FF2B5EF4-FFF2-40B4-BE49-F238E27FC236}">
                <a16:creationId xmlns:a16="http://schemas.microsoft.com/office/drawing/2014/main" id="{D50E9EF7-52B5-2368-4E4A-170A60539E3C}"/>
              </a:ext>
            </a:extLst>
          </p:cNvPr>
          <p:cNvSpPr>
            <a:spLocks noGrp="1"/>
          </p:cNvSpPr>
          <p:nvPr>
            <p:ph type="body" sz="quarter" idx="13"/>
          </p:nvPr>
        </p:nvSpPr>
        <p:spPr/>
        <p:txBody>
          <a:bodyPr/>
          <a:lstStyle/>
          <a:p>
            <a:r>
              <a:rPr lang="en-PH">
                <a:latin typeface="Impact"/>
              </a:rPr>
              <a:t>8.2 </a:t>
            </a:r>
            <a:r>
              <a:rPr lang="en-PH" i="1">
                <a:latin typeface="Impact"/>
              </a:rPr>
              <a:t>Book Requests – Approve Request Page Logic</a:t>
            </a:r>
            <a:endParaRPr lang="en-US"/>
          </a:p>
        </p:txBody>
      </p:sp>
    </p:spTree>
    <p:extLst>
      <p:ext uri="{BB962C8B-B14F-4D97-AF65-F5344CB8AC3E}">
        <p14:creationId xmlns:p14="http://schemas.microsoft.com/office/powerpoint/2010/main" val="25676495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AA6C3-5A3D-8A35-B58E-6FF94445C1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54551A-ACF3-5683-63B4-5155D6F66589}"/>
              </a:ext>
            </a:extLst>
          </p:cNvPr>
          <p:cNvSpPr txBox="1"/>
          <p:nvPr/>
        </p:nvSpPr>
        <p:spPr>
          <a:xfrm>
            <a:off x="540786" y="2507161"/>
            <a:ext cx="24163662" cy="80637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err="1">
                <a:latin typeface="Arial"/>
                <a:ea typeface="Calibri"/>
                <a:cs typeface="Arial"/>
              </a:rPr>
              <a:t>BookRequests</a:t>
            </a:r>
            <a:r>
              <a:rPr lang="en-PH" sz="4000" b="1" i="1">
                <a:latin typeface="Arial"/>
                <a:ea typeface="Calibri"/>
                <a:cs typeface="Arial"/>
              </a:rPr>
              <a:t>/</a:t>
            </a:r>
            <a:r>
              <a:rPr lang="en-PH" sz="4000" b="1" i="1">
                <a:ea typeface="Calibri"/>
                <a:cs typeface="Arial"/>
              </a:rPr>
              <a:t>Approve — Approve Request</a:t>
            </a:r>
            <a:endParaRPr lang="en-US" sz="4000">
              <a:ea typeface="Calibri"/>
              <a:cs typeface="Arial"/>
            </a:endParaRPr>
          </a:p>
          <a:p>
            <a:r>
              <a:rPr lang="en-PH" sz="4000" b="1">
                <a:ea typeface="+mn-lt"/>
                <a:cs typeface="+mn-lt"/>
              </a:rPr>
              <a:t>  Field: Confirm Approval button</a:t>
            </a:r>
          </a:p>
          <a:p>
            <a:r>
              <a:rPr lang="en-PH" sz="4000">
                <a:ea typeface="+mn-lt"/>
                <a:cs typeface="+mn-lt"/>
              </a:rPr>
              <a:t>    Logic: Update request status</a:t>
            </a:r>
            <a:endParaRPr lang="en-PH"/>
          </a:p>
          <a:p>
            <a:r>
              <a:rPr lang="en-PH" sz="4000">
                <a:ea typeface="+mn-lt"/>
                <a:cs typeface="+mn-lt"/>
              </a:rPr>
              <a:t>   Action: Click "Confirm Approval"</a:t>
            </a:r>
            <a:endParaRPr lang="en-PH"/>
          </a:p>
          <a:p>
            <a:r>
              <a:rPr lang="en-PH" sz="4000">
                <a:ea typeface="+mn-lt"/>
                <a:cs typeface="+mn-lt"/>
              </a:rPr>
              <a:t>    Action Logic: Submit form</a:t>
            </a:r>
            <a:endParaRPr lang="en-PH"/>
          </a:p>
          <a:p>
            <a:r>
              <a:rPr lang="en-PH" sz="4000">
                <a:ea typeface="+mn-lt"/>
                <a:cs typeface="+mn-lt"/>
              </a:rPr>
              <a:t>     Get admin name from session</a:t>
            </a:r>
            <a:endParaRPr lang="en-PH"/>
          </a:p>
          <a:p>
            <a:r>
              <a:rPr lang="en-PH" sz="4000">
                <a:ea typeface="+mn-lt"/>
                <a:cs typeface="+mn-lt"/>
              </a:rPr>
              <a:t>     Call </a:t>
            </a:r>
            <a:r>
              <a:rPr lang="en-PH" sz="4000" err="1">
                <a:ea typeface="+mn-lt"/>
                <a:cs typeface="+mn-lt"/>
              </a:rPr>
              <a:t>IBookRequestService.ApproveRequest</a:t>
            </a:r>
            <a:r>
              <a:rPr lang="en-PH" sz="4000">
                <a:ea typeface="+mn-lt"/>
                <a:cs typeface="+mn-lt"/>
              </a:rPr>
              <a:t>(</a:t>
            </a:r>
            <a:r>
              <a:rPr lang="en-PH" sz="4000" err="1">
                <a:ea typeface="+mn-lt"/>
                <a:cs typeface="+mn-lt"/>
              </a:rPr>
              <a:t>requestId</a:t>
            </a:r>
            <a:r>
              <a:rPr lang="en-PH" sz="4000">
                <a:ea typeface="+mn-lt"/>
                <a:cs typeface="+mn-lt"/>
              </a:rPr>
              <a:t>, </a:t>
            </a:r>
            <a:r>
              <a:rPr lang="en-PH" sz="4000" err="1">
                <a:ea typeface="+mn-lt"/>
                <a:cs typeface="+mn-lt"/>
              </a:rPr>
              <a:t>adminNotes</a:t>
            </a:r>
            <a:r>
              <a:rPr lang="en-PH" sz="4000">
                <a:ea typeface="+mn-lt"/>
                <a:cs typeface="+mn-lt"/>
              </a:rPr>
              <a:t>, </a:t>
            </a:r>
            <a:r>
              <a:rPr lang="en-PH" sz="4000" err="1">
                <a:ea typeface="+mn-lt"/>
                <a:cs typeface="+mn-lt"/>
              </a:rPr>
              <a:t>adminName</a:t>
            </a:r>
            <a:r>
              <a:rPr lang="en-PH" sz="4000">
                <a:ea typeface="+mn-lt"/>
                <a:cs typeface="+mn-lt"/>
              </a:rPr>
              <a:t>)</a:t>
            </a:r>
            <a:endParaRPr lang="en-PH"/>
          </a:p>
          <a:p>
            <a:r>
              <a:rPr lang="en-PH" sz="4000">
                <a:ea typeface="+mn-lt"/>
                <a:cs typeface="+mn-lt"/>
              </a:rPr>
              <a:t>     Service logic:</a:t>
            </a:r>
            <a:endParaRPr lang="en-PH">
              <a:ea typeface="+mn-lt"/>
              <a:cs typeface="+mn-lt"/>
            </a:endParaRPr>
          </a:p>
          <a:p>
            <a:r>
              <a:rPr lang="en-PH" sz="4000">
                <a:ea typeface="+mn-lt"/>
                <a:cs typeface="+mn-lt"/>
              </a:rPr>
              <a:t>      Update request: Status=Approved, </a:t>
            </a:r>
            <a:r>
              <a:rPr lang="en-PH" sz="4000" err="1">
                <a:ea typeface="+mn-lt"/>
                <a:cs typeface="+mn-lt"/>
              </a:rPr>
              <a:t>AdminNotes</a:t>
            </a:r>
            <a:r>
              <a:rPr lang="en-PH" sz="4000">
                <a:ea typeface="+mn-lt"/>
                <a:cs typeface="+mn-lt"/>
              </a:rPr>
              <a:t>, </a:t>
            </a:r>
            <a:r>
              <a:rPr lang="en-PH" sz="4000" err="1">
                <a:ea typeface="+mn-lt"/>
                <a:cs typeface="+mn-lt"/>
              </a:rPr>
              <a:t>StatusUpdateDate</a:t>
            </a:r>
            <a:r>
              <a:rPr lang="en-PH" sz="4000">
                <a:ea typeface="+mn-lt"/>
                <a:cs typeface="+mn-lt"/>
              </a:rPr>
              <a:t>=Today</a:t>
            </a:r>
            <a:endParaRPr lang="en-PH"/>
          </a:p>
          <a:p>
            <a:r>
              <a:rPr lang="en-PH" sz="4000">
                <a:ea typeface="+mn-lt"/>
                <a:cs typeface="+mn-lt"/>
              </a:rPr>
              <a:t>      Create notification for requesting member</a:t>
            </a:r>
            <a:endParaRPr lang="en-PH"/>
          </a:p>
          <a:p>
            <a:r>
              <a:rPr lang="en-PH" sz="4000">
                <a:ea typeface="+mn-lt"/>
                <a:cs typeface="+mn-lt"/>
              </a:rPr>
              <a:t>      Send email notification</a:t>
            </a:r>
            <a:endParaRPr lang="en-PH"/>
          </a:p>
          <a:p>
            <a:r>
              <a:rPr lang="en-PH" sz="4000">
                <a:ea typeface="+mn-lt"/>
                <a:cs typeface="+mn-lt"/>
              </a:rPr>
              <a:t>      Redirect to /</a:t>
            </a:r>
            <a:r>
              <a:rPr lang="en-PH" sz="4000" err="1">
                <a:ea typeface="+mn-lt"/>
                <a:cs typeface="+mn-lt"/>
              </a:rPr>
              <a:t>BookRequests</a:t>
            </a:r>
            <a:r>
              <a:rPr lang="en-PH" sz="4000">
                <a:ea typeface="+mn-lt"/>
                <a:cs typeface="+mn-lt"/>
              </a:rPr>
              <a:t>/Index with success</a:t>
            </a:r>
            <a:endParaRPr lang="en-PH"/>
          </a:p>
          <a:p>
            <a:endParaRPr lang="en-PH" sz="2000"/>
          </a:p>
        </p:txBody>
      </p:sp>
      <p:sp>
        <p:nvSpPr>
          <p:cNvPr id="6" name="Text Placeholder 5">
            <a:extLst>
              <a:ext uri="{FF2B5EF4-FFF2-40B4-BE49-F238E27FC236}">
                <a16:creationId xmlns:a16="http://schemas.microsoft.com/office/drawing/2014/main" id="{427A6960-1C1D-1A0C-1ACC-5207264B09B3}"/>
              </a:ext>
            </a:extLst>
          </p:cNvPr>
          <p:cNvSpPr>
            <a:spLocks noGrp="1"/>
          </p:cNvSpPr>
          <p:nvPr>
            <p:ph type="body" sz="quarter" idx="13"/>
          </p:nvPr>
        </p:nvSpPr>
        <p:spPr/>
        <p:txBody>
          <a:bodyPr/>
          <a:lstStyle/>
          <a:p>
            <a:r>
              <a:rPr lang="en-PH">
                <a:latin typeface="Impact"/>
              </a:rPr>
              <a:t>8.2 </a:t>
            </a:r>
            <a:r>
              <a:rPr lang="en-PH" i="1">
                <a:latin typeface="Impact"/>
              </a:rPr>
              <a:t>Book Requests – Approve Request Page Logic</a:t>
            </a:r>
            <a:endParaRPr lang="en-PH">
              <a:solidFill>
                <a:srgbClr val="000000"/>
              </a:solidFill>
              <a:latin typeface="Impact"/>
            </a:endParaRPr>
          </a:p>
        </p:txBody>
      </p:sp>
    </p:spTree>
    <p:extLst>
      <p:ext uri="{BB962C8B-B14F-4D97-AF65-F5344CB8AC3E}">
        <p14:creationId xmlns:p14="http://schemas.microsoft.com/office/powerpoint/2010/main" val="15271413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FC695-2A1A-5BDB-1701-715CB307D06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A482CD-A24F-911F-A997-1B37A0D9DB03}"/>
              </a:ext>
            </a:extLst>
          </p:cNvPr>
          <p:cNvSpPr txBox="1"/>
          <p:nvPr/>
        </p:nvSpPr>
        <p:spPr>
          <a:xfrm>
            <a:off x="540786" y="4163523"/>
            <a:ext cx="24163662"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err="1">
                <a:latin typeface="Arial"/>
                <a:ea typeface="Calibri"/>
                <a:cs typeface="Arial"/>
              </a:rPr>
              <a:t>BookRequests</a:t>
            </a:r>
            <a:r>
              <a:rPr lang="en-PH" sz="4000" b="1" i="1">
                <a:latin typeface="Arial"/>
                <a:ea typeface="Calibri"/>
                <a:cs typeface="Arial"/>
              </a:rPr>
              <a:t>/</a:t>
            </a:r>
            <a:r>
              <a:rPr lang="en-PH" sz="4000" b="1" i="1">
                <a:ea typeface="Calibri"/>
                <a:cs typeface="Arial"/>
              </a:rPr>
              <a:t>Reject — Reject Request</a:t>
            </a:r>
            <a:endParaRPr lang="en-US" sz="4000">
              <a:ea typeface="Calibri"/>
              <a:cs typeface="Arial"/>
            </a:endParaRPr>
          </a:p>
          <a:p>
            <a:endParaRPr lang="en-PH" sz="4000" b="1" i="1">
              <a:ea typeface="Calibri"/>
              <a:cs typeface="Arial"/>
            </a:endParaRPr>
          </a:p>
          <a:p>
            <a:r>
              <a:rPr lang="en-PH" sz="4000" b="1">
                <a:ea typeface="+mn-lt"/>
                <a:cs typeface="+mn-lt"/>
              </a:rPr>
              <a:t>  Similar to Approve:</a:t>
            </a:r>
          </a:p>
          <a:p>
            <a:r>
              <a:rPr lang="en-PH" sz="4000">
                <a:ea typeface="+mn-lt"/>
                <a:cs typeface="+mn-lt"/>
              </a:rPr>
              <a:t>   Display request details</a:t>
            </a:r>
            <a:endParaRPr lang="en-PH"/>
          </a:p>
          <a:p>
            <a:r>
              <a:rPr lang="en-PH" sz="4000">
                <a:ea typeface="+mn-lt"/>
                <a:cs typeface="+mn-lt"/>
              </a:rPr>
              <a:t>   Admin notes </a:t>
            </a:r>
            <a:r>
              <a:rPr lang="en-PH" sz="4000" err="1">
                <a:ea typeface="+mn-lt"/>
                <a:cs typeface="+mn-lt"/>
              </a:rPr>
              <a:t>textarea</a:t>
            </a:r>
            <a:endParaRPr lang="en-PH" err="1"/>
          </a:p>
          <a:p>
            <a:r>
              <a:rPr lang="en-PH" sz="4000">
                <a:ea typeface="+mn-lt"/>
                <a:cs typeface="+mn-lt"/>
              </a:rPr>
              <a:t>   Confirm Rejection button</a:t>
            </a:r>
            <a:endParaRPr lang="en-PH"/>
          </a:p>
          <a:p>
            <a:r>
              <a:rPr lang="en-PH" sz="4000">
                <a:ea typeface="+mn-lt"/>
                <a:cs typeface="+mn-lt"/>
              </a:rPr>
              <a:t>   Update Status=Rejected</a:t>
            </a:r>
            <a:endParaRPr lang="en-PH"/>
          </a:p>
          <a:p>
            <a:r>
              <a:rPr lang="en-PH" sz="4000">
                <a:ea typeface="+mn-lt"/>
                <a:cs typeface="+mn-lt"/>
              </a:rPr>
              <a:t>   Notify member</a:t>
            </a:r>
            <a:endParaRPr lang="en-PH">
              <a:ea typeface="+mn-lt"/>
              <a:cs typeface="+mn-lt"/>
            </a:endParaRPr>
          </a:p>
          <a:p>
            <a:endParaRPr lang="en-PH" sz="2000"/>
          </a:p>
        </p:txBody>
      </p:sp>
      <p:sp>
        <p:nvSpPr>
          <p:cNvPr id="6" name="Text Placeholder 5">
            <a:extLst>
              <a:ext uri="{FF2B5EF4-FFF2-40B4-BE49-F238E27FC236}">
                <a16:creationId xmlns:a16="http://schemas.microsoft.com/office/drawing/2014/main" id="{BBCA6920-CB04-87A5-9493-277732465120}"/>
              </a:ext>
            </a:extLst>
          </p:cNvPr>
          <p:cNvSpPr>
            <a:spLocks noGrp="1"/>
          </p:cNvSpPr>
          <p:nvPr>
            <p:ph type="body" sz="quarter" idx="13"/>
          </p:nvPr>
        </p:nvSpPr>
        <p:spPr/>
        <p:txBody>
          <a:bodyPr/>
          <a:lstStyle/>
          <a:p>
            <a:r>
              <a:rPr lang="en-PH">
                <a:latin typeface="Impact"/>
              </a:rPr>
              <a:t>8.3 </a:t>
            </a:r>
            <a:r>
              <a:rPr lang="en-PH" i="1">
                <a:latin typeface="Impact"/>
              </a:rPr>
              <a:t>Book Requests – Reject Request Page Logic</a:t>
            </a:r>
            <a:endParaRPr lang="en-US"/>
          </a:p>
        </p:txBody>
      </p:sp>
    </p:spTree>
    <p:extLst>
      <p:ext uri="{BB962C8B-B14F-4D97-AF65-F5344CB8AC3E}">
        <p14:creationId xmlns:p14="http://schemas.microsoft.com/office/powerpoint/2010/main" val="23640918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9F4FA-8B0A-E175-B20B-713AECED817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70FC9FB-8B8B-1F1E-ED87-92EB5C3B2D27}"/>
              </a:ext>
            </a:extLst>
          </p:cNvPr>
          <p:cNvSpPr>
            <a:spLocks noGrp="1"/>
          </p:cNvSpPr>
          <p:nvPr>
            <p:ph type="body" sz="quarter" idx="13"/>
          </p:nvPr>
        </p:nvSpPr>
        <p:spPr/>
        <p:txBody>
          <a:bodyPr/>
          <a:lstStyle/>
          <a:p>
            <a:r>
              <a:rPr lang="en-PH">
                <a:latin typeface="Impact"/>
              </a:rPr>
              <a:t>9.0 Reports – Reports Menu Page</a:t>
            </a:r>
            <a:endParaRPr lang="en-US"/>
          </a:p>
        </p:txBody>
      </p:sp>
      <p:pic>
        <p:nvPicPr>
          <p:cNvPr id="4" name="Picture 3">
            <a:extLst>
              <a:ext uri="{FF2B5EF4-FFF2-40B4-BE49-F238E27FC236}">
                <a16:creationId xmlns:a16="http://schemas.microsoft.com/office/drawing/2014/main" id="{BB3E7E08-17A0-0B43-DC20-CFBCABC53ED5}"/>
              </a:ext>
            </a:extLst>
          </p:cNvPr>
          <p:cNvPicPr>
            <a:picLocks noChangeAspect="1"/>
          </p:cNvPicPr>
          <p:nvPr/>
        </p:nvPicPr>
        <p:blipFill>
          <a:blip r:embed="rId2"/>
          <a:stretch>
            <a:fillRect/>
          </a:stretch>
        </p:blipFill>
        <p:spPr>
          <a:xfrm>
            <a:off x="1295671" y="1813602"/>
            <a:ext cx="20531998" cy="10446285"/>
          </a:xfrm>
          <a:prstGeom prst="rect">
            <a:avLst/>
          </a:prstGeom>
        </p:spPr>
      </p:pic>
    </p:spTree>
    <p:extLst>
      <p:ext uri="{BB962C8B-B14F-4D97-AF65-F5344CB8AC3E}">
        <p14:creationId xmlns:p14="http://schemas.microsoft.com/office/powerpoint/2010/main" val="42836713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5B87A-5149-3DAC-70D8-0EAA1D67E0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32F40E-401A-4FD4-E606-D5043A17DDB7}"/>
              </a:ext>
            </a:extLst>
          </p:cNvPr>
          <p:cNvSpPr txBox="1"/>
          <p:nvPr/>
        </p:nvSpPr>
        <p:spPr>
          <a:xfrm>
            <a:off x="540786" y="4163523"/>
            <a:ext cx="24163662"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Reports/</a:t>
            </a:r>
            <a:r>
              <a:rPr lang="en-PH" sz="4000" b="1" i="1">
                <a:ea typeface="Calibri"/>
                <a:cs typeface="Arial"/>
              </a:rPr>
              <a:t>Index — Reports Menu</a:t>
            </a:r>
            <a:endParaRPr lang="en-US"/>
          </a:p>
          <a:p>
            <a:r>
              <a:rPr lang="en-PH" sz="4000" b="1">
                <a:ea typeface="+mn-lt"/>
                <a:cs typeface="+mn-lt"/>
              </a:rPr>
              <a:t>  Field: Report category cards</a:t>
            </a:r>
          </a:p>
          <a:p>
            <a:r>
              <a:rPr lang="en-PH" sz="4000">
                <a:ea typeface="+mn-lt"/>
                <a:cs typeface="+mn-lt"/>
              </a:rPr>
              <a:t>    Logic: Navigation to specific reports</a:t>
            </a:r>
            <a:endParaRPr lang="en-PH">
              <a:ea typeface="+mn-lt"/>
              <a:cs typeface="+mn-lt"/>
            </a:endParaRPr>
          </a:p>
          <a:p>
            <a:r>
              <a:rPr lang="en-PH" sz="4000">
                <a:ea typeface="+mn-lt"/>
                <a:cs typeface="+mn-lt"/>
              </a:rPr>
              <a:t>   Cards: Borrowing Report, Inventory Report, Members Report, Requests Report</a:t>
            </a:r>
            <a:endParaRPr lang="en-PH">
              <a:ea typeface="+mn-lt"/>
              <a:cs typeface="+mn-lt"/>
            </a:endParaRPr>
          </a:p>
          <a:p>
            <a:r>
              <a:rPr lang="en-PH" sz="4000">
                <a:ea typeface="+mn-lt"/>
                <a:cs typeface="+mn-lt"/>
              </a:rPr>
              <a:t>    Each card: Icon, title, description, "View Report" button</a:t>
            </a:r>
            <a:endParaRPr lang="en-PH">
              <a:ea typeface="+mn-lt"/>
              <a:cs typeface="+mn-lt"/>
            </a:endParaRPr>
          </a:p>
          <a:p>
            <a:r>
              <a:rPr lang="en-PH" sz="4000">
                <a:ea typeface="+mn-lt"/>
                <a:cs typeface="+mn-lt"/>
              </a:rPr>
              <a:t>    Action: Click "View Report"</a:t>
            </a:r>
            <a:endParaRPr lang="en-PH">
              <a:ea typeface="+mn-lt"/>
              <a:cs typeface="+mn-lt"/>
            </a:endParaRPr>
          </a:p>
          <a:p>
            <a:r>
              <a:rPr lang="en-PH" sz="4000">
                <a:ea typeface="+mn-lt"/>
                <a:cs typeface="+mn-lt"/>
              </a:rPr>
              <a:t>     "Borrowing Report" → Navigate to /Reports/Borrowing</a:t>
            </a:r>
            <a:endParaRPr lang="en-PH">
              <a:ea typeface="+mn-lt"/>
              <a:cs typeface="+mn-lt"/>
            </a:endParaRPr>
          </a:p>
          <a:p>
            <a:r>
              <a:rPr lang="en-PH" sz="4000">
                <a:ea typeface="+mn-lt"/>
                <a:cs typeface="+mn-lt"/>
              </a:rPr>
              <a:t>     "Inventory Report" → Navigate to /Reports/Inventory</a:t>
            </a:r>
            <a:endParaRPr lang="en-PH">
              <a:ea typeface="+mn-lt"/>
              <a:cs typeface="+mn-lt"/>
            </a:endParaRPr>
          </a:p>
          <a:p>
            <a:r>
              <a:rPr lang="en-PH" sz="4000">
                <a:ea typeface="+mn-lt"/>
                <a:cs typeface="+mn-lt"/>
              </a:rPr>
              <a:t>     "Members Report" → Navigate to /Reports/Members</a:t>
            </a:r>
            <a:endParaRPr lang="en-PH">
              <a:ea typeface="+mn-lt"/>
              <a:cs typeface="+mn-lt"/>
            </a:endParaRPr>
          </a:p>
          <a:p>
            <a:r>
              <a:rPr lang="en-PH" sz="4000">
                <a:ea typeface="+mn-lt"/>
                <a:cs typeface="+mn-lt"/>
              </a:rPr>
              <a:t>     "Requests Report" → Navigate to /Reports/Requests</a:t>
            </a:r>
            <a:endParaRPr lang="en-PH">
              <a:ea typeface="+mn-lt"/>
              <a:cs typeface="+mn-lt"/>
            </a:endParaRPr>
          </a:p>
          <a:p>
            <a:endParaRPr lang="en-PH" sz="2000"/>
          </a:p>
        </p:txBody>
      </p:sp>
      <p:sp>
        <p:nvSpPr>
          <p:cNvPr id="6" name="Text Placeholder 5">
            <a:extLst>
              <a:ext uri="{FF2B5EF4-FFF2-40B4-BE49-F238E27FC236}">
                <a16:creationId xmlns:a16="http://schemas.microsoft.com/office/drawing/2014/main" id="{BC943727-B11A-3D38-E0F5-4A86B6063418}"/>
              </a:ext>
            </a:extLst>
          </p:cNvPr>
          <p:cNvSpPr>
            <a:spLocks noGrp="1"/>
          </p:cNvSpPr>
          <p:nvPr>
            <p:ph type="body" sz="quarter" idx="13"/>
          </p:nvPr>
        </p:nvSpPr>
        <p:spPr/>
        <p:txBody>
          <a:bodyPr/>
          <a:lstStyle/>
          <a:p>
            <a:r>
              <a:rPr lang="en-PH">
                <a:latin typeface="Impact"/>
              </a:rPr>
              <a:t>9.0 </a:t>
            </a:r>
            <a:r>
              <a:rPr lang="en-PH" i="1">
                <a:latin typeface="Impact"/>
              </a:rPr>
              <a:t>Reports – Reports Menu Page Logic</a:t>
            </a:r>
            <a:endParaRPr lang="en-PH" i="1">
              <a:solidFill>
                <a:srgbClr val="000000"/>
              </a:solidFill>
              <a:latin typeface="Impact"/>
            </a:endParaRPr>
          </a:p>
        </p:txBody>
      </p:sp>
    </p:spTree>
    <p:extLst>
      <p:ext uri="{BB962C8B-B14F-4D97-AF65-F5344CB8AC3E}">
        <p14:creationId xmlns:p14="http://schemas.microsoft.com/office/powerpoint/2010/main" val="238147156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9CBB6-A6CD-B38F-2655-BB203C84A5DE}"/>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F09D3C30-89E1-0BAD-E320-04E2A3159A24}"/>
              </a:ext>
            </a:extLst>
          </p:cNvPr>
          <p:cNvSpPr>
            <a:spLocks noGrp="1"/>
          </p:cNvSpPr>
          <p:nvPr>
            <p:ph type="body" sz="quarter" idx="13"/>
          </p:nvPr>
        </p:nvSpPr>
        <p:spPr/>
        <p:txBody>
          <a:bodyPr>
            <a:normAutofit fontScale="85000" lnSpcReduction="10000"/>
          </a:bodyPr>
          <a:lstStyle/>
          <a:p>
            <a:r>
              <a:rPr lang="en-PH">
                <a:latin typeface="Impact"/>
              </a:rPr>
              <a:t>9.1 Reports – Borrowing, Inventory, Member, Requests Pages</a:t>
            </a:r>
            <a:endParaRPr lang="en-US"/>
          </a:p>
        </p:txBody>
      </p:sp>
      <p:pic>
        <p:nvPicPr>
          <p:cNvPr id="3" name="Picture 2">
            <a:extLst>
              <a:ext uri="{FF2B5EF4-FFF2-40B4-BE49-F238E27FC236}">
                <a16:creationId xmlns:a16="http://schemas.microsoft.com/office/drawing/2014/main" id="{59A3E900-3F81-7CB2-7695-3FB2969B60C7}"/>
              </a:ext>
            </a:extLst>
          </p:cNvPr>
          <p:cNvPicPr>
            <a:picLocks noChangeAspect="1"/>
          </p:cNvPicPr>
          <p:nvPr/>
        </p:nvPicPr>
        <p:blipFill>
          <a:blip r:embed="rId2"/>
          <a:stretch>
            <a:fillRect/>
          </a:stretch>
        </p:blipFill>
        <p:spPr>
          <a:xfrm>
            <a:off x="1586900" y="2086629"/>
            <a:ext cx="20256576" cy="10317755"/>
          </a:xfrm>
          <a:prstGeom prst="rect">
            <a:avLst/>
          </a:prstGeom>
        </p:spPr>
      </p:pic>
    </p:spTree>
    <p:extLst>
      <p:ext uri="{BB962C8B-B14F-4D97-AF65-F5344CB8AC3E}">
        <p14:creationId xmlns:p14="http://schemas.microsoft.com/office/powerpoint/2010/main" val="30277335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73F33-D576-19C5-CDE5-7ADE46E8DC2E}"/>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2CD3C801-91A3-FFEB-88DC-218811806B9F}"/>
              </a:ext>
            </a:extLst>
          </p:cNvPr>
          <p:cNvSpPr>
            <a:spLocks noGrp="1"/>
          </p:cNvSpPr>
          <p:nvPr>
            <p:ph type="body" sz="quarter" idx="13"/>
          </p:nvPr>
        </p:nvSpPr>
        <p:spPr/>
        <p:txBody>
          <a:bodyPr>
            <a:normAutofit fontScale="85000" lnSpcReduction="10000"/>
          </a:bodyPr>
          <a:lstStyle/>
          <a:p>
            <a:r>
              <a:rPr lang="en-PH">
                <a:latin typeface="Impact"/>
              </a:rPr>
              <a:t>9.1 Reports – Borrowing, Inventory, Member, Requests Pages</a:t>
            </a:r>
            <a:endParaRPr lang="en-US"/>
          </a:p>
        </p:txBody>
      </p:sp>
      <p:pic>
        <p:nvPicPr>
          <p:cNvPr id="2" name="Picture 1">
            <a:extLst>
              <a:ext uri="{FF2B5EF4-FFF2-40B4-BE49-F238E27FC236}">
                <a16:creationId xmlns:a16="http://schemas.microsoft.com/office/drawing/2014/main" id="{1D49D911-BAFB-D1EA-EE6E-A2E0879A4E22}"/>
              </a:ext>
            </a:extLst>
          </p:cNvPr>
          <p:cNvPicPr>
            <a:picLocks noChangeAspect="1"/>
          </p:cNvPicPr>
          <p:nvPr/>
        </p:nvPicPr>
        <p:blipFill>
          <a:blip r:embed="rId2"/>
          <a:stretch>
            <a:fillRect/>
          </a:stretch>
        </p:blipFill>
        <p:spPr>
          <a:xfrm>
            <a:off x="1550497" y="1704391"/>
            <a:ext cx="21780576" cy="11088936"/>
          </a:xfrm>
          <a:prstGeom prst="rect">
            <a:avLst/>
          </a:prstGeom>
        </p:spPr>
      </p:pic>
    </p:spTree>
    <p:extLst>
      <p:ext uri="{BB962C8B-B14F-4D97-AF65-F5344CB8AC3E}">
        <p14:creationId xmlns:p14="http://schemas.microsoft.com/office/powerpoint/2010/main" val="38991561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0DCB5-A76B-5E71-4075-C3B36EEB4DC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3596A455-4476-59A5-C090-1EC86E906284}"/>
              </a:ext>
            </a:extLst>
          </p:cNvPr>
          <p:cNvSpPr>
            <a:spLocks noGrp="1"/>
          </p:cNvSpPr>
          <p:nvPr>
            <p:ph type="body" sz="quarter" idx="13"/>
          </p:nvPr>
        </p:nvSpPr>
        <p:spPr/>
        <p:txBody>
          <a:bodyPr>
            <a:normAutofit fontScale="85000" lnSpcReduction="10000"/>
          </a:bodyPr>
          <a:lstStyle/>
          <a:p>
            <a:r>
              <a:rPr lang="en-PH">
                <a:latin typeface="Impact"/>
              </a:rPr>
              <a:t>9.1 Reports – Borrowing, Inventory, Member, Requests Pages</a:t>
            </a:r>
            <a:endParaRPr lang="en-US"/>
          </a:p>
        </p:txBody>
      </p:sp>
      <p:pic>
        <p:nvPicPr>
          <p:cNvPr id="3" name="Picture 2">
            <a:extLst>
              <a:ext uri="{FF2B5EF4-FFF2-40B4-BE49-F238E27FC236}">
                <a16:creationId xmlns:a16="http://schemas.microsoft.com/office/drawing/2014/main" id="{B09B5B90-3C76-9F0E-188A-D5C16A4313BA}"/>
              </a:ext>
            </a:extLst>
          </p:cNvPr>
          <p:cNvPicPr>
            <a:picLocks noChangeAspect="1"/>
          </p:cNvPicPr>
          <p:nvPr/>
        </p:nvPicPr>
        <p:blipFill>
          <a:blip r:embed="rId2"/>
          <a:stretch>
            <a:fillRect/>
          </a:stretch>
        </p:blipFill>
        <p:spPr>
          <a:xfrm>
            <a:off x="786022" y="1249347"/>
            <a:ext cx="22533395" cy="11474526"/>
          </a:xfrm>
          <a:prstGeom prst="rect">
            <a:avLst/>
          </a:prstGeom>
        </p:spPr>
      </p:pic>
    </p:spTree>
    <p:extLst>
      <p:ext uri="{BB962C8B-B14F-4D97-AF65-F5344CB8AC3E}">
        <p14:creationId xmlns:p14="http://schemas.microsoft.com/office/powerpoint/2010/main" val="8609916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61774-B86C-AD25-64FD-6C23DE98708F}"/>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8BA273CE-D546-91C1-53D8-1D3C458A409A}"/>
              </a:ext>
            </a:extLst>
          </p:cNvPr>
          <p:cNvSpPr>
            <a:spLocks noGrp="1"/>
          </p:cNvSpPr>
          <p:nvPr>
            <p:ph type="body" sz="quarter" idx="13"/>
          </p:nvPr>
        </p:nvSpPr>
        <p:spPr/>
        <p:txBody>
          <a:bodyPr>
            <a:normAutofit fontScale="85000" lnSpcReduction="10000"/>
          </a:bodyPr>
          <a:lstStyle/>
          <a:p>
            <a:r>
              <a:rPr lang="en-PH">
                <a:latin typeface="Impact"/>
              </a:rPr>
              <a:t>9.1 Reports – Borrowing, Inventory, Member, Requests Pages</a:t>
            </a:r>
            <a:endParaRPr lang="en-US"/>
          </a:p>
        </p:txBody>
      </p:sp>
      <p:pic>
        <p:nvPicPr>
          <p:cNvPr id="2" name="Picture 1">
            <a:extLst>
              <a:ext uri="{FF2B5EF4-FFF2-40B4-BE49-F238E27FC236}">
                <a16:creationId xmlns:a16="http://schemas.microsoft.com/office/drawing/2014/main" id="{24667EF8-1342-97CE-5CE4-89A3BBE5E4E5}"/>
              </a:ext>
            </a:extLst>
          </p:cNvPr>
          <p:cNvPicPr>
            <a:picLocks noChangeAspect="1"/>
          </p:cNvPicPr>
          <p:nvPr/>
        </p:nvPicPr>
        <p:blipFill>
          <a:blip r:embed="rId2"/>
          <a:stretch>
            <a:fillRect/>
          </a:stretch>
        </p:blipFill>
        <p:spPr>
          <a:xfrm>
            <a:off x="695013" y="1740795"/>
            <a:ext cx="22019275" cy="11162381"/>
          </a:xfrm>
          <a:prstGeom prst="rect">
            <a:avLst/>
          </a:prstGeom>
        </p:spPr>
      </p:pic>
    </p:spTree>
    <p:extLst>
      <p:ext uri="{BB962C8B-B14F-4D97-AF65-F5344CB8AC3E}">
        <p14:creationId xmlns:p14="http://schemas.microsoft.com/office/powerpoint/2010/main" val="15425611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D9898-8157-718C-5B30-B214AAB4E3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B9896E-46E7-552E-DBDA-068B9F54B090}"/>
              </a:ext>
            </a:extLst>
          </p:cNvPr>
          <p:cNvSpPr txBox="1"/>
          <p:nvPr/>
        </p:nvSpPr>
        <p:spPr>
          <a:xfrm>
            <a:off x="540786" y="1833695"/>
            <a:ext cx="24163662" cy="126803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Reports/</a:t>
            </a:r>
            <a:r>
              <a:rPr lang="en-PH" sz="4000" b="1" i="1">
                <a:ea typeface="Calibri"/>
                <a:cs typeface="Arial"/>
              </a:rPr>
              <a:t>Borrowing, Inventory, Members, Requests</a:t>
            </a:r>
            <a:endParaRPr lang="en-US">
              <a:ea typeface="Calibri"/>
              <a:cs typeface="Arial"/>
            </a:endParaRPr>
          </a:p>
          <a:p>
            <a:r>
              <a:rPr lang="en-PH" sz="4000" b="1">
                <a:ea typeface="+mn-lt"/>
                <a:cs typeface="+mn-lt"/>
              </a:rPr>
              <a:t>  Common Pattern:</a:t>
            </a:r>
          </a:p>
          <a:p>
            <a:r>
              <a:rPr lang="en-PH" sz="4000">
                <a:ea typeface="+mn-lt"/>
                <a:cs typeface="+mn-lt"/>
              </a:rPr>
              <a:t>  </a:t>
            </a:r>
            <a:r>
              <a:rPr lang="en-PH" sz="4000" b="1">
                <a:ea typeface="+mn-lt"/>
                <a:cs typeface="+mn-lt"/>
              </a:rPr>
              <a:t>Field: Date range filter</a:t>
            </a:r>
            <a:endParaRPr lang="en-PH" b="1"/>
          </a:p>
          <a:p>
            <a:r>
              <a:rPr lang="en-PH" sz="4000">
                <a:ea typeface="+mn-lt"/>
                <a:cs typeface="+mn-lt"/>
              </a:rPr>
              <a:t>    Logic: Filter data by date range</a:t>
            </a:r>
            <a:endParaRPr lang="en-PH"/>
          </a:p>
          <a:p>
            <a:r>
              <a:rPr lang="en-PH" sz="4000">
                <a:ea typeface="+mn-lt"/>
                <a:cs typeface="+mn-lt"/>
              </a:rPr>
              <a:t>   Inputs: Start Date, End Date</a:t>
            </a:r>
            <a:endParaRPr lang="en-PH"/>
          </a:p>
          <a:p>
            <a:r>
              <a:rPr lang="en-PH" sz="4000">
                <a:ea typeface="+mn-lt"/>
                <a:cs typeface="+mn-lt"/>
              </a:rPr>
              <a:t>   Action: Submit filter</a:t>
            </a:r>
            <a:endParaRPr lang="en-PH"/>
          </a:p>
          <a:p>
            <a:r>
              <a:rPr lang="en-PH" sz="4000">
                <a:ea typeface="+mn-lt"/>
                <a:cs typeface="+mn-lt"/>
              </a:rPr>
              <a:t>    Action Logic: Reload with date parameters</a:t>
            </a:r>
            <a:endParaRPr lang="en-PH"/>
          </a:p>
          <a:p>
            <a:endParaRPr lang="en-PH" sz="4000">
              <a:ea typeface="+mn-lt"/>
              <a:cs typeface="+mn-lt"/>
            </a:endParaRPr>
          </a:p>
          <a:p>
            <a:r>
              <a:rPr lang="en-PH" sz="4000">
                <a:ea typeface="+mn-lt"/>
                <a:cs typeface="+mn-lt"/>
              </a:rPr>
              <a:t>  </a:t>
            </a:r>
            <a:r>
              <a:rPr lang="en-PH" sz="4000" b="1">
                <a:ea typeface="+mn-lt"/>
                <a:cs typeface="+mn-lt"/>
              </a:rPr>
              <a:t>Field: Statistics display</a:t>
            </a:r>
            <a:endParaRPr lang="en-PH" b="1"/>
          </a:p>
          <a:p>
            <a:r>
              <a:rPr lang="en-PH" sz="4000">
                <a:ea typeface="+mn-lt"/>
                <a:cs typeface="+mn-lt"/>
              </a:rPr>
              <a:t>    Logic: Aggregate data visualization</a:t>
            </a:r>
            <a:endParaRPr lang="en-PH"/>
          </a:p>
          <a:p>
            <a:r>
              <a:rPr lang="en-PH" sz="4000">
                <a:ea typeface="+mn-lt"/>
                <a:cs typeface="+mn-lt"/>
              </a:rPr>
              <a:t>   Display: Cards, charts, tables</a:t>
            </a:r>
            <a:endParaRPr lang="en-PH"/>
          </a:p>
          <a:p>
            <a:r>
              <a:rPr lang="en-PH" sz="4000">
                <a:ea typeface="+mn-lt"/>
                <a:cs typeface="+mn-lt"/>
              </a:rPr>
              <a:t>   Action: Page load</a:t>
            </a:r>
            <a:endParaRPr lang="en-PH"/>
          </a:p>
          <a:p>
            <a:r>
              <a:rPr lang="en-PH" sz="4000">
                <a:ea typeface="+mn-lt"/>
                <a:cs typeface="+mn-lt"/>
              </a:rPr>
              <a:t>    Action Logic: Query database with filters; Calculate metrics; Render charts</a:t>
            </a:r>
            <a:endParaRPr lang="en-PH"/>
          </a:p>
          <a:p>
            <a:endParaRPr lang="en-PH" sz="4000">
              <a:ea typeface="+mn-lt"/>
              <a:cs typeface="+mn-lt"/>
            </a:endParaRPr>
          </a:p>
          <a:p>
            <a:r>
              <a:rPr lang="en-PH" sz="4000" b="1">
                <a:ea typeface="+mn-lt"/>
                <a:cs typeface="+mn-lt"/>
              </a:rPr>
              <a:t>  Field: Export buttons</a:t>
            </a:r>
            <a:endParaRPr lang="en-PH" b="1"/>
          </a:p>
          <a:p>
            <a:r>
              <a:rPr lang="en-PH" sz="4000">
                <a:ea typeface="+mn-lt"/>
                <a:cs typeface="+mn-lt"/>
              </a:rPr>
              <a:t>    Logic: Download report in various formats</a:t>
            </a:r>
            <a:endParaRPr lang="en-PH"/>
          </a:p>
          <a:p>
            <a:r>
              <a:rPr lang="en-PH" sz="4000">
                <a:ea typeface="+mn-lt"/>
                <a:cs typeface="+mn-lt"/>
              </a:rPr>
              <a:t>   Options: Export to CSV, Export to PDF</a:t>
            </a:r>
            <a:endParaRPr lang="en-PH"/>
          </a:p>
          <a:p>
            <a:r>
              <a:rPr lang="en-PH" sz="4000">
                <a:ea typeface="+mn-lt"/>
                <a:cs typeface="+mn-lt"/>
              </a:rPr>
              <a:t>   Action: Click export button</a:t>
            </a:r>
            <a:endParaRPr lang="en-PH"/>
          </a:p>
          <a:p>
            <a:r>
              <a:rPr lang="en-PH" sz="4000">
                <a:ea typeface="+mn-lt"/>
                <a:cs typeface="+mn-lt"/>
              </a:rPr>
              <a:t>    Action Logic: Generate file; Trigger download</a:t>
            </a:r>
            <a:endParaRPr lang="en-PH"/>
          </a:p>
          <a:p>
            <a:endParaRPr lang="en-PH" sz="4000" b="1">
              <a:cs typeface="Arial"/>
            </a:endParaRPr>
          </a:p>
        </p:txBody>
      </p:sp>
      <p:sp>
        <p:nvSpPr>
          <p:cNvPr id="6" name="Text Placeholder 5">
            <a:extLst>
              <a:ext uri="{FF2B5EF4-FFF2-40B4-BE49-F238E27FC236}">
                <a16:creationId xmlns:a16="http://schemas.microsoft.com/office/drawing/2014/main" id="{E1FE761A-C76C-DA0E-6A53-C8CC8ED450CB}"/>
              </a:ext>
            </a:extLst>
          </p:cNvPr>
          <p:cNvSpPr>
            <a:spLocks noGrp="1"/>
          </p:cNvSpPr>
          <p:nvPr>
            <p:ph type="body" sz="quarter" idx="13"/>
          </p:nvPr>
        </p:nvSpPr>
        <p:spPr/>
        <p:txBody>
          <a:bodyPr>
            <a:normAutofit fontScale="77500" lnSpcReduction="20000"/>
          </a:bodyPr>
          <a:lstStyle/>
          <a:p>
            <a:r>
              <a:rPr lang="en-PH" i="1">
                <a:latin typeface="Impact"/>
              </a:rPr>
              <a:t>9.1 Reports – Borrowing, Inventory, Member, Requests Pages Logic</a:t>
            </a:r>
            <a:endParaRPr lang="en-US" i="1"/>
          </a:p>
        </p:txBody>
      </p:sp>
    </p:spTree>
    <p:extLst>
      <p:ext uri="{BB962C8B-B14F-4D97-AF65-F5344CB8AC3E}">
        <p14:creationId xmlns:p14="http://schemas.microsoft.com/office/powerpoint/2010/main" val="34212896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D70C5-57EF-DFDF-18C9-A4D172C1E529}"/>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9A118A21-1B16-4FFB-8C2A-CD970DC46E6C}"/>
              </a:ext>
            </a:extLst>
          </p:cNvPr>
          <p:cNvSpPr>
            <a:spLocks noGrp="1"/>
          </p:cNvSpPr>
          <p:nvPr>
            <p:ph type="body" sz="quarter" idx="13"/>
          </p:nvPr>
        </p:nvSpPr>
        <p:spPr/>
        <p:txBody>
          <a:bodyPr/>
          <a:lstStyle/>
          <a:p>
            <a:r>
              <a:rPr lang="en-PH">
                <a:latin typeface="Impact"/>
              </a:rPr>
              <a:t>10.0 Notification Pages</a:t>
            </a:r>
            <a:endParaRPr lang="en-US"/>
          </a:p>
        </p:txBody>
      </p:sp>
      <p:pic>
        <p:nvPicPr>
          <p:cNvPr id="3" name="Picture 2">
            <a:extLst>
              <a:ext uri="{FF2B5EF4-FFF2-40B4-BE49-F238E27FC236}">
                <a16:creationId xmlns:a16="http://schemas.microsoft.com/office/drawing/2014/main" id="{018E41C6-05D7-EADB-1588-FBBA395B87AE}"/>
              </a:ext>
            </a:extLst>
          </p:cNvPr>
          <p:cNvPicPr>
            <a:picLocks noChangeAspect="1"/>
          </p:cNvPicPr>
          <p:nvPr/>
        </p:nvPicPr>
        <p:blipFill>
          <a:blip r:embed="rId2"/>
          <a:stretch>
            <a:fillRect/>
          </a:stretch>
        </p:blipFill>
        <p:spPr>
          <a:xfrm>
            <a:off x="1696111" y="1813602"/>
            <a:ext cx="20678889" cy="10538092"/>
          </a:xfrm>
          <a:prstGeom prst="rect">
            <a:avLst/>
          </a:prstGeom>
        </p:spPr>
      </p:pic>
    </p:spTree>
    <p:extLst>
      <p:ext uri="{BB962C8B-B14F-4D97-AF65-F5344CB8AC3E}">
        <p14:creationId xmlns:p14="http://schemas.microsoft.com/office/powerpoint/2010/main" val="82846666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41160-BE3E-978B-04A4-EC2FA150B9C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6016252F-4009-26CA-3312-E9F8DA03E924}"/>
              </a:ext>
            </a:extLst>
          </p:cNvPr>
          <p:cNvSpPr>
            <a:spLocks noGrp="1"/>
          </p:cNvSpPr>
          <p:nvPr>
            <p:ph type="body" sz="quarter" idx="13"/>
          </p:nvPr>
        </p:nvSpPr>
        <p:spPr/>
        <p:txBody>
          <a:bodyPr/>
          <a:lstStyle/>
          <a:p>
            <a:r>
              <a:rPr lang="en-PH">
                <a:latin typeface="Impact"/>
              </a:rPr>
              <a:t>10.0 Notification Pages</a:t>
            </a:r>
            <a:endParaRPr lang="en-US"/>
          </a:p>
        </p:txBody>
      </p:sp>
      <p:pic>
        <p:nvPicPr>
          <p:cNvPr id="2" name="Picture 1">
            <a:extLst>
              <a:ext uri="{FF2B5EF4-FFF2-40B4-BE49-F238E27FC236}">
                <a16:creationId xmlns:a16="http://schemas.microsoft.com/office/drawing/2014/main" id="{9CAADCEF-EC4C-8E30-277D-D9E0728A3A2C}"/>
              </a:ext>
            </a:extLst>
          </p:cNvPr>
          <p:cNvPicPr>
            <a:picLocks noChangeAspect="1"/>
          </p:cNvPicPr>
          <p:nvPr/>
        </p:nvPicPr>
        <p:blipFill>
          <a:blip r:embed="rId2"/>
          <a:stretch>
            <a:fillRect/>
          </a:stretch>
        </p:blipFill>
        <p:spPr>
          <a:xfrm>
            <a:off x="713214" y="1777198"/>
            <a:ext cx="21376624" cy="10886960"/>
          </a:xfrm>
          <a:prstGeom prst="rect">
            <a:avLst/>
          </a:prstGeom>
        </p:spPr>
      </p:pic>
    </p:spTree>
    <p:extLst>
      <p:ext uri="{BB962C8B-B14F-4D97-AF65-F5344CB8AC3E}">
        <p14:creationId xmlns:p14="http://schemas.microsoft.com/office/powerpoint/2010/main" val="15716885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F4D88-EBAA-E5B3-119A-E0F74529DB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B6DF2F-9419-641B-E5FF-682B774C4D75}"/>
              </a:ext>
            </a:extLst>
          </p:cNvPr>
          <p:cNvSpPr txBox="1"/>
          <p:nvPr/>
        </p:nvSpPr>
        <p:spPr>
          <a:xfrm>
            <a:off x="540786" y="1833695"/>
            <a:ext cx="24163662" cy="83715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Notifications/</a:t>
            </a:r>
            <a:r>
              <a:rPr lang="en-PH" sz="4000" b="1" i="1">
                <a:ea typeface="Calibri"/>
                <a:cs typeface="Arial"/>
              </a:rPr>
              <a:t>Index — All Notifications</a:t>
            </a:r>
            <a:endParaRPr lang="en-US"/>
          </a:p>
          <a:p>
            <a:r>
              <a:rPr lang="en-PH" sz="4000">
                <a:ea typeface="+mn-lt"/>
                <a:cs typeface="+mn-lt"/>
              </a:rPr>
              <a:t>  </a:t>
            </a:r>
            <a:r>
              <a:rPr lang="en-PH" sz="4000" b="1">
                <a:ea typeface="+mn-lt"/>
                <a:cs typeface="+mn-lt"/>
              </a:rPr>
              <a:t>Field: Filter tabs</a:t>
            </a:r>
            <a:endParaRPr lang="en-PH" b="1"/>
          </a:p>
          <a:p>
            <a:r>
              <a:rPr lang="en-PH" sz="4000">
                <a:ea typeface="+mn-lt"/>
                <a:cs typeface="+mn-lt"/>
              </a:rPr>
              <a:t>    Logic: Filter by read status</a:t>
            </a:r>
            <a:endParaRPr lang="en-PH"/>
          </a:p>
          <a:p>
            <a:r>
              <a:rPr lang="en-PH" sz="4000">
                <a:ea typeface="+mn-lt"/>
                <a:cs typeface="+mn-lt"/>
              </a:rPr>
              <a:t>   Options: All, Unread, Read</a:t>
            </a:r>
            <a:endParaRPr lang="en-PH"/>
          </a:p>
          <a:p>
            <a:r>
              <a:rPr lang="en-PH" sz="4000">
                <a:ea typeface="+mn-lt"/>
                <a:cs typeface="+mn-lt"/>
              </a:rPr>
              <a:t>   Action: Click filter tab</a:t>
            </a:r>
            <a:endParaRPr lang="en-PH"/>
          </a:p>
          <a:p>
            <a:r>
              <a:rPr lang="en-PH" sz="4000">
                <a:ea typeface="+mn-lt"/>
                <a:cs typeface="+mn-lt"/>
              </a:rPr>
              <a:t>    Action Logic: Filter notifications list; Update display</a:t>
            </a:r>
            <a:endParaRPr lang="en-PH"/>
          </a:p>
          <a:p>
            <a:endParaRPr lang="en-PH" sz="4000">
              <a:cs typeface="Arial"/>
            </a:endParaRPr>
          </a:p>
          <a:p>
            <a:r>
              <a:rPr lang="en-PH" sz="4000">
                <a:ea typeface="+mn-lt"/>
                <a:cs typeface="+mn-lt"/>
              </a:rPr>
              <a:t>  </a:t>
            </a:r>
            <a:r>
              <a:rPr lang="en-PH" sz="4000" b="1">
                <a:ea typeface="+mn-lt"/>
                <a:cs typeface="+mn-lt"/>
              </a:rPr>
              <a:t>Field: Mark All as Read button</a:t>
            </a:r>
            <a:endParaRPr lang="en-PH" b="1"/>
          </a:p>
          <a:p>
            <a:r>
              <a:rPr lang="en-PH" sz="4000">
                <a:ea typeface="+mn-lt"/>
                <a:cs typeface="+mn-lt"/>
              </a:rPr>
              <a:t>    Logic: Bulk update read status</a:t>
            </a:r>
            <a:endParaRPr lang="en-PH"/>
          </a:p>
          <a:p>
            <a:r>
              <a:rPr lang="en-PH" sz="4000">
                <a:ea typeface="+mn-lt"/>
                <a:cs typeface="+mn-lt"/>
              </a:rPr>
              <a:t>   Action: Click "Mark All as Read"</a:t>
            </a:r>
            <a:endParaRPr lang="en-PH"/>
          </a:p>
          <a:p>
            <a:r>
              <a:rPr lang="en-PH" sz="4000">
                <a:ea typeface="+mn-lt"/>
                <a:cs typeface="+mn-lt"/>
              </a:rPr>
              <a:t>    Action Logic: Update all notifications: </a:t>
            </a:r>
            <a:r>
              <a:rPr lang="en-PH" sz="4000" err="1">
                <a:ea typeface="+mn-lt"/>
                <a:cs typeface="+mn-lt"/>
              </a:rPr>
              <a:t>IsRead</a:t>
            </a:r>
            <a:r>
              <a:rPr lang="en-PH" sz="4000">
                <a:ea typeface="+mn-lt"/>
                <a:cs typeface="+mn-lt"/>
              </a:rPr>
              <a:t>=true, </a:t>
            </a:r>
            <a:r>
              <a:rPr lang="en-PH" sz="4000" err="1">
                <a:ea typeface="+mn-lt"/>
                <a:cs typeface="+mn-lt"/>
              </a:rPr>
              <a:t>DateRead</a:t>
            </a:r>
            <a:r>
              <a:rPr lang="en-PH" sz="4000">
                <a:ea typeface="+mn-lt"/>
                <a:cs typeface="+mn-lt"/>
              </a:rPr>
              <a:t>=Now; Reload page</a:t>
            </a:r>
            <a:endParaRPr lang="en-PH"/>
          </a:p>
          <a:p>
            <a:endParaRPr lang="en-PH" sz="4000">
              <a:cs typeface="Arial"/>
            </a:endParaRPr>
          </a:p>
          <a:p>
            <a:endParaRPr lang="en-PH" sz="4000" b="1">
              <a:cs typeface="Arial"/>
            </a:endParaRPr>
          </a:p>
        </p:txBody>
      </p:sp>
      <p:sp>
        <p:nvSpPr>
          <p:cNvPr id="6" name="Text Placeholder 5">
            <a:extLst>
              <a:ext uri="{FF2B5EF4-FFF2-40B4-BE49-F238E27FC236}">
                <a16:creationId xmlns:a16="http://schemas.microsoft.com/office/drawing/2014/main" id="{76144520-6BA4-DC13-74F3-F29AF1177476}"/>
              </a:ext>
            </a:extLst>
          </p:cNvPr>
          <p:cNvSpPr>
            <a:spLocks noGrp="1"/>
          </p:cNvSpPr>
          <p:nvPr>
            <p:ph type="body" sz="quarter" idx="13"/>
          </p:nvPr>
        </p:nvSpPr>
        <p:spPr/>
        <p:txBody>
          <a:bodyPr/>
          <a:lstStyle/>
          <a:p>
            <a:r>
              <a:rPr lang="en-PH">
                <a:latin typeface="Impact"/>
              </a:rPr>
              <a:t>10.0 </a:t>
            </a:r>
            <a:r>
              <a:rPr lang="en-PH" i="1">
                <a:latin typeface="Impact"/>
              </a:rPr>
              <a:t>Notification Pages Logic</a:t>
            </a:r>
            <a:endParaRPr lang="en-US"/>
          </a:p>
        </p:txBody>
      </p:sp>
    </p:spTree>
    <p:extLst>
      <p:ext uri="{BB962C8B-B14F-4D97-AF65-F5344CB8AC3E}">
        <p14:creationId xmlns:p14="http://schemas.microsoft.com/office/powerpoint/2010/main" val="71386879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0E5DF-FF16-D1E6-AE91-B38CC21C04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34CC8E-6D1A-B0A7-9469-8C71DC285FA8}"/>
              </a:ext>
            </a:extLst>
          </p:cNvPr>
          <p:cNvSpPr txBox="1"/>
          <p:nvPr/>
        </p:nvSpPr>
        <p:spPr>
          <a:xfrm>
            <a:off x="540786" y="1833695"/>
            <a:ext cx="24163662" cy="114492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sz="4000" b="1" i="1">
                <a:latin typeface="Arial"/>
                <a:ea typeface="Calibri"/>
                <a:cs typeface="Arial"/>
              </a:rPr>
              <a:t>Notifications/</a:t>
            </a:r>
            <a:r>
              <a:rPr lang="en-PH" sz="4000" b="1" i="1">
                <a:ea typeface="Calibri"/>
                <a:cs typeface="Arial"/>
              </a:rPr>
              <a:t>Index — All Notifications</a:t>
            </a:r>
            <a:endParaRPr lang="en-US"/>
          </a:p>
          <a:p>
            <a:r>
              <a:rPr lang="en-PH" sz="4000">
                <a:ea typeface="+mn-lt"/>
                <a:cs typeface="+mn-lt"/>
              </a:rPr>
              <a:t>  </a:t>
            </a:r>
            <a:r>
              <a:rPr lang="en-PH" sz="4000" b="1">
                <a:ea typeface="+mn-lt"/>
                <a:cs typeface="+mn-lt"/>
              </a:rPr>
              <a:t>Field: Notification cards</a:t>
            </a:r>
            <a:endParaRPr lang="en-PH" b="1"/>
          </a:p>
          <a:p>
            <a:r>
              <a:rPr lang="en-PH" sz="4000">
                <a:ea typeface="+mn-lt"/>
                <a:cs typeface="+mn-lt"/>
              </a:rPr>
              <a:t>    Logic: Display notification details</a:t>
            </a:r>
            <a:endParaRPr lang="en-PH"/>
          </a:p>
          <a:p>
            <a:r>
              <a:rPr lang="en-PH" sz="4000">
                <a:ea typeface="+mn-lt"/>
                <a:cs typeface="+mn-lt"/>
              </a:rPr>
              <a:t>   Each card: Indicator dot (unread=colored, read=gray), Title, Message, Timestamp</a:t>
            </a:r>
            <a:endParaRPr lang="en-PH"/>
          </a:p>
          <a:p>
            <a:r>
              <a:rPr lang="en-PH" sz="4000">
                <a:ea typeface="+mn-lt"/>
                <a:cs typeface="+mn-lt"/>
              </a:rPr>
              <a:t>   Action: Click notification card</a:t>
            </a:r>
            <a:endParaRPr lang="en-PH"/>
          </a:p>
          <a:p>
            <a:r>
              <a:rPr lang="en-PH" sz="4000">
                <a:ea typeface="+mn-lt"/>
                <a:cs typeface="+mn-lt"/>
              </a:rPr>
              <a:t>    Action Logic: If unread: Mark as read; Display full details in modal or navigate to details page</a:t>
            </a:r>
            <a:endParaRPr lang="en-PH"/>
          </a:p>
          <a:p>
            <a:endParaRPr lang="en-PH" sz="4000">
              <a:cs typeface="Arial"/>
            </a:endParaRPr>
          </a:p>
          <a:p>
            <a:r>
              <a:rPr lang="en-PH" sz="4000">
                <a:ea typeface="+mn-lt"/>
                <a:cs typeface="+mn-lt"/>
              </a:rPr>
              <a:t>  </a:t>
            </a:r>
            <a:r>
              <a:rPr lang="en-PH" sz="4000" b="1">
                <a:ea typeface="+mn-lt"/>
                <a:cs typeface="+mn-lt"/>
              </a:rPr>
              <a:t>Field: Pagination</a:t>
            </a:r>
            <a:endParaRPr lang="en-PH" b="1"/>
          </a:p>
          <a:p>
            <a:r>
              <a:rPr lang="en-PH" sz="4000">
                <a:ea typeface="+mn-lt"/>
                <a:cs typeface="+mn-lt"/>
              </a:rPr>
              <a:t>    Logic: Navigate through notifications</a:t>
            </a:r>
            <a:endParaRPr lang="en-PH"/>
          </a:p>
          <a:p>
            <a:r>
              <a:rPr lang="en-PH" sz="4000">
                <a:ea typeface="+mn-lt"/>
                <a:cs typeface="+mn-lt"/>
              </a:rPr>
              <a:t>   Display: 20 per page</a:t>
            </a:r>
          </a:p>
          <a:p>
            <a:r>
              <a:rPr lang="en-PH" sz="4000">
                <a:ea typeface="+mn-lt"/>
                <a:cs typeface="+mn-lt"/>
              </a:rPr>
              <a:t>   Action: Click page number</a:t>
            </a:r>
            <a:endParaRPr lang="en-PH"/>
          </a:p>
          <a:p>
            <a:r>
              <a:rPr lang="en-PH" sz="4000">
                <a:ea typeface="+mn-lt"/>
                <a:cs typeface="+mn-lt"/>
              </a:rPr>
              <a:t>    Action Logic: Load page with notifications</a:t>
            </a:r>
          </a:p>
          <a:p>
            <a:endParaRPr lang="en-PH" sz="4000">
              <a:cs typeface="Arial"/>
            </a:endParaRPr>
          </a:p>
          <a:p>
            <a:r>
              <a:rPr lang="en-PH" sz="4000">
                <a:ea typeface="+mn-lt"/>
                <a:cs typeface="+mn-lt"/>
              </a:rPr>
              <a:t>  </a:t>
            </a:r>
            <a:r>
              <a:rPr lang="en-PH" sz="4000" b="1">
                <a:ea typeface="+mn-lt"/>
                <a:cs typeface="+mn-lt"/>
              </a:rPr>
              <a:t>OnGet Logic:</a:t>
            </a:r>
          </a:p>
          <a:p>
            <a:r>
              <a:rPr lang="en-PH" sz="4000">
                <a:ea typeface="+mn-lt"/>
                <a:cs typeface="+mn-lt"/>
              </a:rPr>
              <a:t>    Get memberId from session</a:t>
            </a:r>
            <a:endParaRPr lang="en-PH"/>
          </a:p>
          <a:p>
            <a:r>
              <a:rPr lang="en-PH" sz="4000">
                <a:ea typeface="+mn-lt"/>
                <a:cs typeface="+mn-lt"/>
              </a:rPr>
              <a:t>    Load all notifications for member</a:t>
            </a:r>
            <a:endParaRPr lang="en-PH"/>
          </a:p>
          <a:p>
            <a:r>
              <a:rPr lang="en-PH" sz="4000">
                <a:ea typeface="+mn-lt"/>
                <a:cs typeface="+mn-lt"/>
              </a:rPr>
              <a:t>    Apply filter (All/Unread/Read)</a:t>
            </a:r>
            <a:endParaRPr lang="en-PH"/>
          </a:p>
          <a:p>
            <a:r>
              <a:rPr lang="en-PH" sz="4000">
                <a:ea typeface="+mn-lt"/>
                <a:cs typeface="+mn-lt"/>
              </a:rPr>
              <a:t>    Order by </a:t>
            </a:r>
            <a:r>
              <a:rPr lang="en-PH" sz="4000" err="1">
                <a:ea typeface="+mn-lt"/>
                <a:cs typeface="+mn-lt"/>
              </a:rPr>
              <a:t>DateCreated</a:t>
            </a:r>
            <a:r>
              <a:rPr lang="en-PH" sz="4000">
                <a:ea typeface="+mn-lt"/>
                <a:cs typeface="+mn-lt"/>
              </a:rPr>
              <a:t> descending</a:t>
            </a:r>
            <a:endParaRPr lang="en-PH"/>
          </a:p>
        </p:txBody>
      </p:sp>
      <p:sp>
        <p:nvSpPr>
          <p:cNvPr id="6" name="Text Placeholder 5">
            <a:extLst>
              <a:ext uri="{FF2B5EF4-FFF2-40B4-BE49-F238E27FC236}">
                <a16:creationId xmlns:a16="http://schemas.microsoft.com/office/drawing/2014/main" id="{F2D509C9-65B5-237E-550D-DFF38F8EC0E0}"/>
              </a:ext>
            </a:extLst>
          </p:cNvPr>
          <p:cNvSpPr>
            <a:spLocks noGrp="1"/>
          </p:cNvSpPr>
          <p:nvPr>
            <p:ph type="body" sz="quarter" idx="13"/>
          </p:nvPr>
        </p:nvSpPr>
        <p:spPr/>
        <p:txBody>
          <a:bodyPr/>
          <a:lstStyle/>
          <a:p>
            <a:r>
              <a:rPr lang="en-PH">
                <a:latin typeface="Impact"/>
              </a:rPr>
              <a:t>10.0 </a:t>
            </a:r>
            <a:r>
              <a:rPr lang="en-PH" i="1">
                <a:latin typeface="Impact"/>
              </a:rPr>
              <a:t>Notification Pages Logic</a:t>
            </a:r>
            <a:endParaRPr lang="en-US"/>
          </a:p>
        </p:txBody>
      </p:sp>
    </p:spTree>
    <p:extLst>
      <p:ext uri="{BB962C8B-B14F-4D97-AF65-F5344CB8AC3E}">
        <p14:creationId xmlns:p14="http://schemas.microsoft.com/office/powerpoint/2010/main" val="374316476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Google Shape;339;p43"/>
          <p:cNvPicPr/>
          <p:nvPr/>
        </p:nvPicPr>
        <p:blipFill>
          <a:blip r:embed="rId2"/>
          <a:stretch/>
        </p:blipFill>
        <p:spPr>
          <a:xfrm>
            <a:off x="889920" y="-42480"/>
            <a:ext cx="23510160" cy="13800600"/>
          </a:xfrm>
          <a:prstGeom prst="rect">
            <a:avLst/>
          </a:prstGeom>
          <a:ln>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102</Slides>
  <Notes>1</Notes>
  <HiddenSlides>0</HiddenSlides>
  <ScaleCrop>false</ScaleCrop>
  <HeadingPairs>
    <vt:vector size="4" baseType="variant">
      <vt:variant>
        <vt:lpstr>Theme</vt:lpstr>
      </vt:variant>
      <vt:variant>
        <vt:i4>2</vt:i4>
      </vt:variant>
      <vt:variant>
        <vt:lpstr>Slide Titles</vt:lpstr>
      </vt:variant>
      <vt:variant>
        <vt:i4>102</vt:i4>
      </vt:variant>
    </vt:vector>
  </HeadingPairs>
  <TitlesOfParts>
    <vt:vector size="104" baseType="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1</cp:revision>
  <dcterms:modified xsi:type="dcterms:W3CDTF">2025-11-18T00:26:58Z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8</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8</vt:i4>
  </property>
</Properties>
</file>