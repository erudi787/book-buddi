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4" r:id="rId2"/>
  </p:sldMasterIdLst>
  <p:notesMasterIdLst>
    <p:notesMasterId r:id="rId10"/>
  </p:notesMasterIdLst>
  <p:sldIdLst>
    <p:sldId id="256" r:id="rId3"/>
    <p:sldId id="301" r:id="rId4"/>
    <p:sldId id="274" r:id="rId5"/>
    <p:sldId id="302" r:id="rId6"/>
    <p:sldId id="304" r:id="rId7"/>
    <p:sldId id="305" r:id="rId8"/>
    <p:sldId id="262" r:id="rId9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EAD650-792B-3552-22D0-3C80A49FCC2A}" v="3" dt="2025-08-22T11:59:36.5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 Abigail Ralota" userId="S::mralota@asi-dev5.com::e2809302-95d7-41ef-b51e-076d181af685" providerId="AD" clId="Web-{F4EAD650-792B-3552-22D0-3C80A49FCC2A}"/>
    <pc:docChg chg="modSld">
      <pc:chgData name="Marie Abigail Ralota" userId="S::mralota@asi-dev5.com::e2809302-95d7-41ef-b51e-076d181af685" providerId="AD" clId="Web-{F4EAD650-792B-3552-22D0-3C80A49FCC2A}" dt="2025-08-22T11:59:36.584" v="2" actId="1076"/>
      <pc:docMkLst>
        <pc:docMk/>
      </pc:docMkLst>
      <pc:sldChg chg="modSp">
        <pc:chgData name="Marie Abigail Ralota" userId="S::mralota@asi-dev5.com::e2809302-95d7-41ef-b51e-076d181af685" providerId="AD" clId="Web-{F4EAD650-792B-3552-22D0-3C80A49FCC2A}" dt="2025-08-22T11:59:36.584" v="2" actId="1076"/>
        <pc:sldMkLst>
          <pc:docMk/>
          <pc:sldMk cId="0" sldId="256"/>
        </pc:sldMkLst>
        <pc:picChg chg="mod">
          <ac:chgData name="Marie Abigail Ralota" userId="S::mralota@asi-dev5.com::e2809302-95d7-41ef-b51e-076d181af685" providerId="AD" clId="Web-{F4EAD650-792B-3552-22D0-3C80A49FCC2A}" dt="2025-08-22T11:59:36.584" v="2" actId="1076"/>
          <ac:picMkLst>
            <pc:docMk/>
            <pc:sldMk cId="0" sldId="256"/>
            <ac:picMk id="116" creationId="{00000000-0000-0000-0000-000000000000}"/>
          </ac:picMkLst>
        </pc:picChg>
      </pc:sldChg>
    </pc:docChg>
  </pc:docChgLst>
  <pc:docChgLst>
    <pc:chgData name="Marie Abigail Ralota" userId="S::mralota@asi-dev5.com::e2809302-95d7-41ef-b51e-076d181af685" providerId="AD" clId="Web-{9849915B-C139-5CE9-050D-1E3F2DCDBFEE}"/>
    <pc:docChg chg="addSld delSld modSld">
      <pc:chgData name="Marie Abigail Ralota" userId="S::mralota@asi-dev5.com::e2809302-95d7-41ef-b51e-076d181af685" providerId="AD" clId="Web-{9849915B-C139-5CE9-050D-1E3F2DCDBFEE}" dt="2025-08-15T12:11:01.104" v="252"/>
      <pc:docMkLst>
        <pc:docMk/>
      </pc:docMkLst>
      <pc:sldChg chg="addSp delSp modSp">
        <pc:chgData name="Marie Abigail Ralota" userId="S::mralota@asi-dev5.com::e2809302-95d7-41ef-b51e-076d181af685" providerId="AD" clId="Web-{9849915B-C139-5CE9-050D-1E3F2DCDBFEE}" dt="2025-08-15T12:11:01.104" v="252"/>
        <pc:sldMkLst>
          <pc:docMk/>
          <pc:sldMk cId="2245706828" sldId="302"/>
        </pc:sldMkLst>
        <pc:graphicFrameChg chg="add mod modGraphic">
          <ac:chgData name="Marie Abigail Ralota" userId="S::mralota@asi-dev5.com::e2809302-95d7-41ef-b51e-076d181af685" providerId="AD" clId="Web-{9849915B-C139-5CE9-050D-1E3F2DCDBFEE}" dt="2025-08-15T12:11:01.104" v="252"/>
          <ac:graphicFrameMkLst>
            <pc:docMk/>
            <pc:sldMk cId="2245706828" sldId="302"/>
            <ac:graphicFrameMk id="3" creationId="{FC0C8BB0-6D38-FB9C-4E3A-E04064AB4A51}"/>
          </ac:graphicFrameMkLst>
        </pc:graphicFrameChg>
      </pc:sldChg>
      <pc:sldChg chg="del">
        <pc:chgData name="Marie Abigail Ralota" userId="S::mralota@asi-dev5.com::e2809302-95d7-41ef-b51e-076d181af685" providerId="AD" clId="Web-{9849915B-C139-5CE9-050D-1E3F2DCDBFEE}" dt="2025-08-15T11:29:00.634" v="0"/>
        <pc:sldMkLst>
          <pc:docMk/>
          <pc:sldMk cId="966855376" sldId="303"/>
        </pc:sldMkLst>
      </pc:sldChg>
      <pc:sldChg chg="add replId">
        <pc:chgData name="Marie Abigail Ralota" userId="S::mralota@asi-dev5.com::e2809302-95d7-41ef-b51e-076d181af685" providerId="AD" clId="Web-{9849915B-C139-5CE9-050D-1E3F2DCDBFEE}" dt="2025-08-15T12:08:09.051" v="3"/>
        <pc:sldMkLst>
          <pc:docMk/>
          <pc:sldMk cId="3312505883" sldId="306"/>
        </pc:sldMkLst>
      </pc:sldChg>
      <pc:sldChg chg="add del">
        <pc:chgData name="Marie Abigail Ralota" userId="S::mralota@asi-dev5.com::e2809302-95d7-41ef-b51e-076d181af685" providerId="AD" clId="Web-{9849915B-C139-5CE9-050D-1E3F2DCDBFEE}" dt="2025-08-15T12:08:16.067" v="6"/>
        <pc:sldMkLst>
          <pc:docMk/>
          <pc:sldMk cId="1904252595" sldId="567"/>
        </pc:sldMkLst>
      </pc:sldChg>
    </pc:docChg>
  </pc:docChgLst>
  <pc:docChgLst>
    <pc:chgData name="Marie Abigail Ralota" userId="S::mralota@asi-dev5.com::e2809302-95d7-41ef-b51e-076d181af685" providerId="AD" clId="Web-{63ED608E-04F1-8BF9-AC15-E477BDC4BF64}"/>
    <pc:docChg chg="delSld modSld">
      <pc:chgData name="Marie Abigail Ralota" userId="S::mralota@asi-dev5.com::e2809302-95d7-41ef-b51e-076d181af685" providerId="AD" clId="Web-{63ED608E-04F1-8BF9-AC15-E477BDC4BF64}" dt="2025-08-15T12:14:51.624" v="17"/>
      <pc:docMkLst>
        <pc:docMk/>
      </pc:docMkLst>
      <pc:sldChg chg="modSp">
        <pc:chgData name="Marie Abigail Ralota" userId="S::mralota@asi-dev5.com::e2809302-95d7-41ef-b51e-076d181af685" providerId="AD" clId="Web-{63ED608E-04F1-8BF9-AC15-E477BDC4BF64}" dt="2025-08-15T12:14:45.936" v="16"/>
        <pc:sldMkLst>
          <pc:docMk/>
          <pc:sldMk cId="2245706828" sldId="302"/>
        </pc:sldMkLst>
        <pc:graphicFrameChg chg="mod modGraphic">
          <ac:chgData name="Marie Abigail Ralota" userId="S::mralota@asi-dev5.com::e2809302-95d7-41ef-b51e-076d181af685" providerId="AD" clId="Web-{63ED608E-04F1-8BF9-AC15-E477BDC4BF64}" dt="2025-08-15T12:14:45.936" v="16"/>
          <ac:graphicFrameMkLst>
            <pc:docMk/>
            <pc:sldMk cId="2245706828" sldId="302"/>
            <ac:graphicFrameMk id="3" creationId="{FC0C8BB0-6D38-FB9C-4E3A-E04064AB4A51}"/>
          </ac:graphicFrameMkLst>
        </pc:graphicFrameChg>
      </pc:sldChg>
      <pc:sldChg chg="del">
        <pc:chgData name="Marie Abigail Ralota" userId="S::mralota@asi-dev5.com::e2809302-95d7-41ef-b51e-076d181af685" providerId="AD" clId="Web-{63ED608E-04F1-8BF9-AC15-E477BDC4BF64}" dt="2025-08-15T12:14:51.624" v="17"/>
        <pc:sldMkLst>
          <pc:docMk/>
          <pc:sldMk cId="3312505883" sldId="306"/>
        </pc:sldMkLst>
      </pc:sldChg>
    </pc:docChg>
  </pc:docChgLst>
  <pc:docChgLst>
    <pc:chgData name="Marie Abigail Ralota" userId="S::mralota@asi-dev5.com::e2809302-95d7-41ef-b51e-076d181af685" providerId="AD" clId="Web-{7F4A9926-EC1C-D47F-0449-FD1FBED53A60}"/>
    <pc:docChg chg="modSld">
      <pc:chgData name="Marie Abigail Ralota" userId="S::mralota@asi-dev5.com::e2809302-95d7-41ef-b51e-076d181af685" providerId="AD" clId="Web-{7F4A9926-EC1C-D47F-0449-FD1FBED53A60}" dt="2025-08-16T01:20:59.088" v="50" actId="20577"/>
      <pc:docMkLst>
        <pc:docMk/>
      </pc:docMkLst>
      <pc:sldChg chg="modSp">
        <pc:chgData name="Marie Abigail Ralota" userId="S::mralota@asi-dev5.com::e2809302-95d7-41ef-b51e-076d181af685" providerId="AD" clId="Web-{7F4A9926-EC1C-D47F-0449-FD1FBED53A60}" dt="2025-08-16T01:18:57.112" v="29"/>
        <pc:sldMkLst>
          <pc:docMk/>
          <pc:sldMk cId="3524111229" sldId="301"/>
        </pc:sldMkLst>
        <pc:graphicFrameChg chg="mod modGraphic">
          <ac:chgData name="Marie Abigail Ralota" userId="S::mralota@asi-dev5.com::e2809302-95d7-41ef-b51e-076d181af685" providerId="AD" clId="Web-{7F4A9926-EC1C-D47F-0449-FD1FBED53A60}" dt="2025-08-16T01:18:57.112" v="29"/>
          <ac:graphicFrameMkLst>
            <pc:docMk/>
            <pc:sldMk cId="3524111229" sldId="301"/>
            <ac:graphicFrameMk id="7" creationId="{23E76ECC-4536-4865-8AD7-1B0194E384F6}"/>
          </ac:graphicFrameMkLst>
        </pc:graphicFrameChg>
      </pc:sldChg>
      <pc:sldChg chg="modSp">
        <pc:chgData name="Marie Abigail Ralota" userId="S::mralota@asi-dev5.com::e2809302-95d7-41ef-b51e-076d181af685" providerId="AD" clId="Web-{7F4A9926-EC1C-D47F-0449-FD1FBED53A60}" dt="2025-08-16T01:20:59.088" v="50" actId="20577"/>
        <pc:sldMkLst>
          <pc:docMk/>
          <pc:sldMk cId="2933132223" sldId="304"/>
        </pc:sldMkLst>
        <pc:spChg chg="mod">
          <ac:chgData name="Marie Abigail Ralota" userId="S::mralota@asi-dev5.com::e2809302-95d7-41ef-b51e-076d181af685" providerId="AD" clId="Web-{7F4A9926-EC1C-D47F-0449-FD1FBED53A60}" dt="2025-08-16T01:20:59.088" v="50" actId="20577"/>
          <ac:spMkLst>
            <pc:docMk/>
            <pc:sldMk cId="2933132223" sldId="304"/>
            <ac:spMk id="6" creationId="{DA0C0BD4-90CF-4333-89AD-1344829B9EC7}"/>
          </ac:spMkLst>
        </pc:spChg>
      </pc:sldChg>
    </pc:docChg>
  </pc:docChgLst>
  <pc:docChgLst>
    <pc:chgData name="johnlloyddelposo@gmail.com" userId="S::urn:spo:guest#johnlloyddelposo@gmail.com::" providerId="AD" clId="Web-{01B9063F-CFFF-6941-AC10-3CA7D08D8D0C}"/>
    <pc:docChg chg="modSld">
      <pc:chgData name="johnlloyddelposo@gmail.com" userId="S::urn:spo:guest#johnlloyddelposo@gmail.com::" providerId="AD" clId="Web-{01B9063F-CFFF-6941-AC10-3CA7D08D8D0C}" dt="2025-08-16T02:09:31.234" v="0" actId="1076"/>
      <pc:docMkLst>
        <pc:docMk/>
      </pc:docMkLst>
      <pc:sldChg chg="modSp">
        <pc:chgData name="johnlloyddelposo@gmail.com" userId="S::urn:spo:guest#johnlloyddelposo@gmail.com::" providerId="AD" clId="Web-{01B9063F-CFFF-6941-AC10-3CA7D08D8D0C}" dt="2025-08-16T02:09:31.234" v="0" actId="1076"/>
        <pc:sldMkLst>
          <pc:docMk/>
          <pc:sldMk cId="0" sldId="256"/>
        </pc:sldMkLst>
        <pc:picChg chg="mod">
          <ac:chgData name="johnlloyddelposo@gmail.com" userId="S::urn:spo:guest#johnlloyddelposo@gmail.com::" providerId="AD" clId="Web-{01B9063F-CFFF-6941-AC10-3CA7D08D8D0C}" dt="2025-08-16T02:09:31.234" v="0" actId="1076"/>
          <ac:picMkLst>
            <pc:docMk/>
            <pc:sldMk cId="0" sldId="256"/>
            <ac:picMk id="116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8719B3-CDAF-4E4E-9124-D2F208D83113}" type="datetimeFigureOut">
              <a:rPr lang="en-PH" smtClean="0"/>
              <a:t>22/08/2025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CB38CA-3D69-4A10-97FB-E19CB1BF6F5F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79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CB38CA-3D69-4A10-97FB-E19CB1BF6F5F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2812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1218960" y="547200"/>
            <a:ext cx="21944880" cy="106160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2189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124635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1218960" y="7364520"/>
            <a:ext cx="2194488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218960" y="7364520"/>
            <a:ext cx="2194488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124635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189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36" name="Picture 35"/>
          <p:cNvPicPr/>
          <p:nvPr/>
        </p:nvPicPr>
        <p:blipFill>
          <a:blip r:embed="rId2"/>
          <a:stretch/>
        </p:blipFill>
        <p:spPr>
          <a:xfrm>
            <a:off x="7206120" y="3209040"/>
            <a:ext cx="9970200" cy="7954920"/>
          </a:xfrm>
          <a:prstGeom prst="rect">
            <a:avLst/>
          </a:prstGeom>
          <a:ln>
            <a:noFill/>
          </a:ln>
        </p:spPr>
      </p:pic>
      <p:pic>
        <p:nvPicPr>
          <p:cNvPr id="37" name="Picture 36"/>
          <p:cNvPicPr/>
          <p:nvPr/>
        </p:nvPicPr>
        <p:blipFill>
          <a:blip r:embed="rId2"/>
          <a:stretch/>
        </p:blipFill>
        <p:spPr>
          <a:xfrm>
            <a:off x="7206120" y="3209040"/>
            <a:ext cx="9970200" cy="79549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ubTitle"/>
          </p:nvPr>
        </p:nvSpPr>
        <p:spPr>
          <a:xfrm>
            <a:off x="1218960" y="547200"/>
            <a:ext cx="21944880" cy="106160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12189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124635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1218960" y="7364520"/>
            <a:ext cx="2194488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05" name="PlaceHolder 3"/>
          <p:cNvSpPr>
            <a:spLocks noGrp="1"/>
          </p:cNvSpPr>
          <p:nvPr>
            <p:ph type="body"/>
          </p:nvPr>
        </p:nvSpPr>
        <p:spPr>
          <a:xfrm>
            <a:off x="1218960" y="7364520"/>
            <a:ext cx="2194488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12463560" y="320940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124635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1218960" y="7364520"/>
            <a:ext cx="10708920" cy="379440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13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114" name="Picture 113"/>
          <p:cNvPicPr/>
          <p:nvPr/>
        </p:nvPicPr>
        <p:blipFill>
          <a:blip r:embed="rId2"/>
          <a:stretch/>
        </p:blipFill>
        <p:spPr>
          <a:xfrm>
            <a:off x="7206120" y="3209040"/>
            <a:ext cx="9970200" cy="7954920"/>
          </a:xfrm>
          <a:prstGeom prst="rect">
            <a:avLst/>
          </a:prstGeom>
          <a:ln>
            <a:noFill/>
          </a:ln>
        </p:spPr>
      </p:pic>
      <p:pic>
        <p:nvPicPr>
          <p:cNvPr id="115" name="Picture 114"/>
          <p:cNvPicPr/>
          <p:nvPr/>
        </p:nvPicPr>
        <p:blipFill>
          <a:blip r:embed="rId2"/>
          <a:stretch/>
        </p:blipFill>
        <p:spPr>
          <a:xfrm>
            <a:off x="7206120" y="3209040"/>
            <a:ext cx="9970200" cy="79549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D618E-751F-4B67-8D52-36EFFECCE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2506661"/>
            <a:ext cx="22174198" cy="96099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4BDAE-3D3D-4787-AE2B-DBB01869E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2D713-A850-45AE-9272-483605446FC6}" type="datetime1">
              <a:rPr lang="en-PH" smtClean="0"/>
              <a:t>22/08/2025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1148A0-EDFC-461D-8177-2A7F15797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Alliance Software Inc. 2019  (Confidential)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199A0-B394-4D8C-A393-263134CE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13910-3416-45C6-AE3F-38659B3B2833}" type="slidenum">
              <a:rPr lang="en-PH" smtClean="0"/>
              <a:t>‹#›</a:t>
            </a:fld>
            <a:endParaRPr lang="en-PH"/>
          </a:p>
        </p:txBody>
      </p:sp>
      <p:pic>
        <p:nvPicPr>
          <p:cNvPr id="7" name="Google Shape;77;p16" descr="Picture 1">
            <a:extLst>
              <a:ext uri="{FF2B5EF4-FFF2-40B4-BE49-F238E27FC236}">
                <a16:creationId xmlns:a16="http://schemas.microsoft.com/office/drawing/2014/main" id="{7E25A6BA-A96D-4776-A71E-A1F6E88B381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599412"/>
            <a:ext cx="7086600" cy="219468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CAED56-8B93-43BF-A466-EA63461EBC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3400" y="203200"/>
            <a:ext cx="22174200" cy="1282700"/>
          </a:xfrm>
        </p:spPr>
        <p:txBody>
          <a:bodyPr anchor="ctr">
            <a:normAutofit/>
          </a:bodyPr>
          <a:lstStyle>
            <a:lvl1pPr marL="0" indent="0">
              <a:buNone/>
              <a:defRPr sz="8000">
                <a:solidFill>
                  <a:srgbClr val="FF0000"/>
                </a:solidFill>
                <a:latin typeface="Impact" panose="020B0806030902050204" pitchFamily="34" charset="0"/>
              </a:defRPr>
            </a:lvl1pPr>
          </a:lstStyle>
          <a:p>
            <a:pPr lvl="0"/>
            <a:r>
              <a:rPr lang="en-PH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550210545"/>
      </p:ext>
    </p:extLst>
  </p:cSld>
  <p:clrMapOvr>
    <a:masterClrMapping/>
  </p:clrMapOvr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9E9D1-BACA-4AF9-8CA0-1C37D62BE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68480E-DDB2-4F61-A104-3C80C487EB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5FE56-EE55-4D70-8F5F-7EB1C82D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E71E8-DB15-4FEF-9561-51E099392058}" type="datetime1">
              <a:rPr lang="en-PH" smtClean="0"/>
              <a:t>22/08/2025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46D5F-639D-4870-BB32-E70D8124E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Alliance Software Inc. 2019  (Confidential)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E231FD-D226-45E4-A7BE-AF07F7D16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13910-3416-45C6-AE3F-38659B3B2833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725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303480" y="401400"/>
            <a:ext cx="23858280" cy="1793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1778040" y="2654280"/>
            <a:ext cx="20827800" cy="4292280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778040" y="7074000"/>
            <a:ext cx="20827800" cy="1587240"/>
          </a:xfrm>
          <a:prstGeom prst="rect">
            <a:avLst/>
          </a:prstGeom>
        </p:spPr>
        <p:txBody>
          <a:bodyPr lIns="50760" tIns="50760" rIns="50760" bIns="50760"/>
          <a:lstStyle/>
          <a:p>
            <a:pPr>
              <a:buSzPct val="45000"/>
              <a:buFont typeface="StarSymbol"/>
              <a:buChar char=""/>
            </a:pPr>
            <a:r>
              <a:rPr lang="en-US" sz="5400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540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540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540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540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540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5400">
                <a:latin typeface="Arial"/>
              </a:rPr>
              <a:t>Seventh Outline Level</a:t>
            </a:r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</p:spPr>
        <p:txBody>
          <a:bodyPr lIns="50760" tIns="50760" rIns="50760" bIns="50760"/>
          <a:lstStyle/>
          <a:p>
            <a:pPr algn="ctr">
              <a:lnSpc>
                <a:spcPct val="100000"/>
              </a:lnSpc>
            </a:pPr>
            <a:fld id="{7773088C-7F0C-49C5-852A-E0230DB21D0B}" type="slidenum">
              <a:rPr lang="en-US" sz="2400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6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303480" y="401400"/>
            <a:ext cx="23858280" cy="17938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9" name="PlaceHolder 2"/>
          <p:cNvSpPr>
            <a:spLocks noGrp="1"/>
          </p:cNvSpPr>
          <p:nvPr>
            <p:ph type="sldNum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</p:spPr>
        <p:txBody>
          <a:bodyPr lIns="50760" tIns="50760" rIns="50760" bIns="50760"/>
          <a:lstStyle/>
          <a:p>
            <a:pPr algn="ctr">
              <a:lnSpc>
                <a:spcPct val="100000"/>
              </a:lnSpc>
            </a:pPr>
            <a:fld id="{24414C1A-184B-4D30-9211-C65F71C169AB}" type="slidenum">
              <a:rPr lang="en-US" sz="2400" strike="noStrike">
                <a:solidFill>
                  <a:srgbClr val="000000"/>
                </a:solidFill>
                <a:latin typeface="Helvetica Neue Light"/>
                <a:ea typeface="Helvetica Neue Light"/>
              </a:rPr>
              <a:t>‹#›</a:t>
            </a:fld>
            <a:endParaRPr/>
          </a:p>
        </p:txBody>
      </p:sp>
      <p:sp>
        <p:nvSpPr>
          <p:cNvPr id="80" name="PlaceHolder 3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 sz="1400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</p:spPr>
        <p:txBody>
          <a:bodyPr lIns="0" tIns="0" rIns="0" bIns="0"/>
          <a:lstStyle/>
          <a:p>
            <a:pPr>
              <a:buSzPct val="45000"/>
              <a:buFont typeface="StarSymbol"/>
              <a:buChar char=""/>
            </a:pPr>
            <a:r>
              <a:rPr lang="en-US" sz="1400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140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140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140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Seventh Outline Level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67;p15"/>
          <p:cNvPicPr/>
          <p:nvPr/>
        </p:nvPicPr>
        <p:blipFill>
          <a:blip r:embed="rId2"/>
          <a:stretch/>
        </p:blipFill>
        <p:spPr>
          <a:xfrm>
            <a:off x="692266" y="4099795"/>
            <a:ext cx="7618680" cy="7618680"/>
          </a:xfrm>
          <a:prstGeom prst="rect">
            <a:avLst/>
          </a:prstGeom>
          <a:ln>
            <a:noFill/>
          </a:ln>
        </p:spPr>
      </p:pic>
      <p:pic>
        <p:nvPicPr>
          <p:cNvPr id="117" name="Google Shape;68;p15"/>
          <p:cNvPicPr/>
          <p:nvPr/>
        </p:nvPicPr>
        <p:blipFill>
          <a:blip r:embed="rId3"/>
          <a:stretch/>
        </p:blipFill>
        <p:spPr>
          <a:xfrm>
            <a:off x="17166960" y="1269000"/>
            <a:ext cx="6073560" cy="2235960"/>
          </a:xfrm>
          <a:prstGeom prst="rect">
            <a:avLst/>
          </a:prstGeom>
          <a:ln>
            <a:noFill/>
          </a:ln>
        </p:spPr>
      </p:pic>
      <p:sp>
        <p:nvSpPr>
          <p:cNvPr id="118" name="CustomShape 1"/>
          <p:cNvSpPr/>
          <p:nvPr/>
        </p:nvSpPr>
        <p:spPr>
          <a:xfrm>
            <a:off x="8957160" y="8915760"/>
            <a:ext cx="13797000" cy="1938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pPr>
              <a:lnSpc>
                <a:spcPct val="100000"/>
              </a:lnSpc>
            </a:pPr>
            <a:r>
              <a:rPr lang="en-US" sz="6000" strike="noStrike">
                <a:solidFill>
                  <a:srgbClr val="000000"/>
                </a:solidFill>
                <a:latin typeface="Arial"/>
                <a:ea typeface="Arial"/>
              </a:rPr>
              <a:t>&lt;</a:t>
            </a:r>
            <a:r>
              <a:rPr lang="en-US" sz="6000" strike="noStrike" err="1">
                <a:solidFill>
                  <a:srgbClr val="000000"/>
                </a:solidFill>
                <a:latin typeface="Arial"/>
                <a:ea typeface="Arial"/>
              </a:rPr>
              <a:t>Group_Name</a:t>
            </a:r>
            <a:r>
              <a:rPr lang="en-US" sz="6000" strike="noStrike">
                <a:solidFill>
                  <a:srgbClr val="000000"/>
                </a:solidFill>
                <a:latin typeface="Arial"/>
                <a:ea typeface="Arial"/>
              </a:rPr>
              <a:t>&gt; - &lt;</a:t>
            </a:r>
            <a:r>
              <a:rPr lang="en-US" sz="6000" strike="noStrike" err="1">
                <a:solidFill>
                  <a:srgbClr val="000000"/>
                </a:solidFill>
                <a:latin typeface="Arial"/>
                <a:ea typeface="Arial"/>
              </a:rPr>
              <a:t>Application_Name</a:t>
            </a:r>
            <a:r>
              <a:rPr lang="en-US" sz="6000" strike="noStrike">
                <a:solidFill>
                  <a:srgbClr val="000000"/>
                </a:solidFill>
                <a:latin typeface="Arial"/>
                <a:ea typeface="Arial"/>
              </a:rPr>
              <a:t>&gt;</a:t>
            </a:r>
            <a:endParaRPr/>
          </a:p>
        </p:txBody>
      </p:sp>
      <p:sp>
        <p:nvSpPr>
          <p:cNvPr id="119" name="CustomShape 2"/>
          <p:cNvSpPr/>
          <p:nvPr/>
        </p:nvSpPr>
        <p:spPr>
          <a:xfrm>
            <a:off x="8957160" y="7900200"/>
            <a:ext cx="7463940" cy="1015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pPr>
              <a:lnSpc>
                <a:spcPct val="100000"/>
              </a:lnSpc>
            </a:pPr>
            <a:r>
              <a:rPr lang="en-US" sz="6000" b="1" strike="noStrike">
                <a:solidFill>
                  <a:srgbClr val="000000"/>
                </a:solidFill>
                <a:latin typeface="Arial"/>
                <a:ea typeface="Arial"/>
              </a:rPr>
              <a:t>High-Level Design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0C0BD4-90CF-4333-89AD-1344829B9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PH"/>
              <a:t>Revision History</a:t>
            </a:r>
          </a:p>
        </p:txBody>
      </p:sp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23E76ECC-4536-4865-8AD7-1B0194E384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045229"/>
              </p:ext>
            </p:extLst>
          </p:nvPr>
        </p:nvGraphicFramePr>
        <p:xfrm>
          <a:off x="820497" y="2200695"/>
          <a:ext cx="21600006" cy="105895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7958">
                  <a:extLst>
                    <a:ext uri="{9D8B030D-6E8A-4147-A177-3AD203B41FA5}">
                      <a16:colId xmlns:a16="http://schemas.microsoft.com/office/drawing/2014/main" val="4049870667"/>
                    </a:ext>
                  </a:extLst>
                </a:gridCol>
                <a:gridCol w="2962282">
                  <a:extLst>
                    <a:ext uri="{9D8B030D-6E8A-4147-A177-3AD203B41FA5}">
                      <a16:colId xmlns:a16="http://schemas.microsoft.com/office/drawing/2014/main" val="792037926"/>
                    </a:ext>
                  </a:extLst>
                </a:gridCol>
                <a:gridCol w="2115916">
                  <a:extLst>
                    <a:ext uri="{9D8B030D-6E8A-4147-A177-3AD203B41FA5}">
                      <a16:colId xmlns:a16="http://schemas.microsoft.com/office/drawing/2014/main" val="803738669"/>
                    </a:ext>
                  </a:extLst>
                </a:gridCol>
                <a:gridCol w="5307454">
                  <a:extLst>
                    <a:ext uri="{9D8B030D-6E8A-4147-A177-3AD203B41FA5}">
                      <a16:colId xmlns:a16="http://schemas.microsoft.com/office/drawing/2014/main" val="3604409105"/>
                    </a:ext>
                  </a:extLst>
                </a:gridCol>
                <a:gridCol w="2962282">
                  <a:extLst>
                    <a:ext uri="{9D8B030D-6E8A-4147-A177-3AD203B41FA5}">
                      <a16:colId xmlns:a16="http://schemas.microsoft.com/office/drawing/2014/main" val="2503777630"/>
                    </a:ext>
                  </a:extLst>
                </a:gridCol>
                <a:gridCol w="2115916">
                  <a:extLst>
                    <a:ext uri="{9D8B030D-6E8A-4147-A177-3AD203B41FA5}">
                      <a16:colId xmlns:a16="http://schemas.microsoft.com/office/drawing/2014/main" val="1711051755"/>
                    </a:ext>
                  </a:extLst>
                </a:gridCol>
                <a:gridCol w="2962282">
                  <a:extLst>
                    <a:ext uri="{9D8B030D-6E8A-4147-A177-3AD203B41FA5}">
                      <a16:colId xmlns:a16="http://schemas.microsoft.com/office/drawing/2014/main" val="1001773881"/>
                    </a:ext>
                  </a:extLst>
                </a:gridCol>
                <a:gridCol w="2115916">
                  <a:extLst>
                    <a:ext uri="{9D8B030D-6E8A-4147-A177-3AD203B41FA5}">
                      <a16:colId xmlns:a16="http://schemas.microsoft.com/office/drawing/2014/main" val="3858132434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lang="en-PH" sz="2000" dirty="0"/>
                        <a:t>Rev No.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MODIFIED BY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MODIFIED DATE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REMARKS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PRELIMINARY REVIEW &amp; APPROVAL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DATE REVIEWED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FINAL REVIEW &amp; APPROVAL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PH" sz="2000" dirty="0"/>
                        <a:t>DATE APPROVED</a:t>
                      </a:r>
                    </a:p>
                  </a:txBody>
                  <a:tcPr marL="137160" marR="137160" marT="68580" marB="6858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1978498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r>
                        <a:rPr lang="en-PH" sz="2000" err="1"/>
                        <a:t>x.yy</a:t>
                      </a:r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2000" dirty="0"/>
                        <a:t>Last Name, First Name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000" dirty="0" err="1"/>
                        <a:t>yyyy</a:t>
                      </a:r>
                      <a:r>
                        <a:rPr lang="en-PH" sz="2000" dirty="0"/>
                        <a:t>/mm/dd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000" dirty="0"/>
                        <a:t>Last Name, First Name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000" dirty="0" err="1"/>
                        <a:t>yyyy</a:t>
                      </a:r>
                      <a:r>
                        <a:rPr lang="en-PH" sz="2000" dirty="0"/>
                        <a:t>/mm/dd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PH" sz="2000" dirty="0"/>
                        <a:t>Last Name, First Name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sz="2000" dirty="0" err="1"/>
                        <a:t>yyyy</a:t>
                      </a:r>
                      <a:r>
                        <a:rPr lang="en-PH" sz="2000" dirty="0"/>
                        <a:t>/mm/dd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31609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r>
                        <a:rPr lang="en-PH" sz="2000" dirty="0"/>
                        <a:t>1.00</a:t>
                      </a:r>
                    </a:p>
                    <a:p>
                      <a:pPr lvl="0" algn="ctr">
                        <a:buNone/>
                      </a:pPr>
                      <a:endParaRPr lang="en-PH" sz="2000" dirty="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286281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r>
                        <a:rPr lang="en-PH" sz="2000" dirty="0"/>
                        <a:t>1.1</a:t>
                      </a:r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902984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916987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962721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259285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769191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4672216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002155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483403"/>
                  </a:ext>
                </a:extLst>
              </a:tr>
              <a:tr h="867092"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sz="2000"/>
                    </a:p>
                  </a:txBody>
                  <a:tcPr marL="137160" marR="137160" marT="68580" marB="6858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8792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4111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78;p16">
            <a:extLst>
              <a:ext uri="{FF2B5EF4-FFF2-40B4-BE49-F238E27FC236}">
                <a16:creationId xmlns:a16="http://schemas.microsoft.com/office/drawing/2014/main" id="{7F8E0412-53AF-4250-A363-282FCDDA0658}"/>
              </a:ext>
            </a:extLst>
          </p:cNvPr>
          <p:cNvSpPr txBox="1"/>
          <p:nvPr/>
        </p:nvSpPr>
        <p:spPr>
          <a:xfrm>
            <a:off x="6550708" y="5948559"/>
            <a:ext cx="10860992" cy="1818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101600" rIns="101600" bIns="101600" anchor="ctr" anchorCtr="0">
            <a:noAutofit/>
          </a:bodyPr>
          <a:lstStyle/>
          <a:p>
            <a:pPr>
              <a:buClr>
                <a:srgbClr val="FF0000"/>
              </a:buClr>
              <a:buSzPts val="9000"/>
            </a:pPr>
            <a:r>
              <a:rPr lang="en-US" sz="13200">
                <a:solidFill>
                  <a:srgbClr val="FF0000"/>
                </a:solidFill>
                <a:latin typeface="Impact"/>
                <a:ea typeface="Impact"/>
                <a:cs typeface="Impact"/>
                <a:sym typeface="Impact"/>
              </a:rPr>
              <a:t>SCREEN DETAILS</a:t>
            </a:r>
            <a:endParaRPr sz="13200">
              <a:solidFill>
                <a:srgbClr val="FF0000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</p:spTree>
    <p:extLst>
      <p:ext uri="{BB962C8B-B14F-4D97-AF65-F5344CB8AC3E}">
        <p14:creationId xmlns:p14="http://schemas.microsoft.com/office/powerpoint/2010/main" val="3598661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0C0BD4-90CF-4333-89AD-1344829B9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PH"/>
              <a:t>Screen List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0C8BB0-6D38-FB9C-4E3A-E04064AB4A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798657"/>
              </p:ext>
            </p:extLst>
          </p:nvPr>
        </p:nvGraphicFramePr>
        <p:xfrm>
          <a:off x="850694" y="2574407"/>
          <a:ext cx="22663073" cy="7305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48696">
                  <a:extLst>
                    <a:ext uri="{9D8B030D-6E8A-4147-A177-3AD203B41FA5}">
                      <a16:colId xmlns:a16="http://schemas.microsoft.com/office/drawing/2014/main" val="3716940257"/>
                    </a:ext>
                  </a:extLst>
                </a:gridCol>
                <a:gridCol w="6790220">
                  <a:extLst>
                    <a:ext uri="{9D8B030D-6E8A-4147-A177-3AD203B41FA5}">
                      <a16:colId xmlns:a16="http://schemas.microsoft.com/office/drawing/2014/main" val="4214331643"/>
                    </a:ext>
                  </a:extLst>
                </a:gridCol>
                <a:gridCol w="2640638">
                  <a:extLst>
                    <a:ext uri="{9D8B030D-6E8A-4147-A177-3AD203B41FA5}">
                      <a16:colId xmlns:a16="http://schemas.microsoft.com/office/drawing/2014/main" val="410810112"/>
                    </a:ext>
                  </a:extLst>
                </a:gridCol>
                <a:gridCol w="2437511">
                  <a:extLst>
                    <a:ext uri="{9D8B030D-6E8A-4147-A177-3AD203B41FA5}">
                      <a16:colId xmlns:a16="http://schemas.microsoft.com/office/drawing/2014/main" val="3696697068"/>
                    </a:ext>
                  </a:extLst>
                </a:gridCol>
                <a:gridCol w="4846008">
                  <a:extLst>
                    <a:ext uri="{9D8B030D-6E8A-4147-A177-3AD203B41FA5}">
                      <a16:colId xmlns:a16="http://schemas.microsoft.com/office/drawing/2014/main" val="1648016403"/>
                    </a:ext>
                  </a:extLst>
                </a:gridCol>
              </a:tblGrid>
              <a:tr h="533873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Arial"/>
                        </a:rPr>
                        <a:t>SCREEN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B9B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Arial"/>
                        </a:rPr>
                        <a:t>DESCRIPTION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B9B8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RIGHTS / PERMISSIONS</a:t>
                      </a:r>
                      <a:endParaRPr lang="en-US" sz="2000" b="1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B9B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REMARKS</a:t>
                      </a:r>
                      <a:endParaRPr lang="en-US" sz="2000" b="1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B9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075590"/>
                  </a:ext>
                </a:extLst>
              </a:tr>
              <a:tr h="53387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>
                          <a:effectLst/>
                          <a:latin typeface="Arial"/>
                        </a:rPr>
                        <a:t>ADMIN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B9B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>
                          <a:effectLst/>
                          <a:latin typeface="Arial"/>
                        </a:rPr>
                        <a:t>USER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B9B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7914312"/>
                  </a:ext>
                </a:extLst>
              </a:tr>
              <a:tr h="1039649"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Arial"/>
                        </a:rPr>
                        <a:t>1.0 Landing Page</a:t>
                      </a: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45720" marR="45720" anchor="b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>
                          <a:effectLst/>
                          <a:latin typeface="Arial"/>
                        </a:rPr>
                        <a:t>x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>
                          <a:effectLst/>
                          <a:latin typeface="Arial"/>
                        </a:rPr>
                        <a:t>x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05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365241"/>
                  </a:ext>
                </a:extLst>
              </a:tr>
              <a:tr h="1039649"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r>
                        <a:rPr lang="en-US" sz="2000" b="1">
                          <a:effectLst/>
                          <a:latin typeface="Arial"/>
                        </a:rPr>
                        <a:t>2.0</a:t>
                      </a: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45720" marR="45720" anchor="b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826199"/>
                  </a:ext>
                </a:extLst>
              </a:tr>
              <a:tr h="1039649"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 b="1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45720" marR="45720" anchor="b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802600"/>
                  </a:ext>
                </a:extLst>
              </a:tr>
              <a:tr h="1039649"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 b="1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45720" marR="45720" anchor="b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506196"/>
                  </a:ext>
                </a:extLst>
              </a:tr>
              <a:tr h="1039649"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 b="1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45720" marR="45720" anchor="b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274349"/>
                  </a:ext>
                </a:extLst>
              </a:tr>
              <a:tr h="1039649"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 b="1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675"/>
                        </a:lnSpc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45720" marR="45720" anchor="b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sz="2000">
                        <a:effectLst/>
                        <a:latin typeface="Arial"/>
                      </a:endParaRPr>
                    </a:p>
                  </a:txBody>
                  <a:tcPr marL="26994" marR="26994" marT="84449" marB="26994" anchor="ctr">
                    <a:lnL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01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9271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706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0C0BD4-90CF-4333-89AD-1344829B9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6095" y="163739"/>
            <a:ext cx="22174200" cy="1282700"/>
          </a:xfrm>
        </p:spPr>
        <p:txBody>
          <a:bodyPr/>
          <a:lstStyle/>
          <a:p>
            <a:r>
              <a:rPr lang="en-PH" dirty="0">
                <a:latin typeface="Impact"/>
              </a:rPr>
              <a:t>1.0 Landing Page</a:t>
            </a:r>
            <a:endParaRPr lang="en-PH" i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CD97FE-FA2B-3BBF-5A0C-D00906A9CF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0731" y="4708656"/>
            <a:ext cx="13308330" cy="2598262"/>
          </a:xfrm>
          <a:prstGeom prst="rect">
            <a:avLst/>
          </a:prstGeom>
          <a:solidFill>
            <a:srgbClr val="FFFF00"/>
          </a:solidFill>
          <a:ln w="9360">
            <a:solidFill>
              <a:srgbClr val="000000"/>
            </a:solidFill>
            <a:round/>
            <a:headEnd/>
            <a:tailEnd/>
          </a:ln>
          <a:effectLst/>
        </p:spPr>
        <p:txBody>
          <a:bodyPr wrap="square" lIns="182880" tIns="182880" rIns="182880" bIns="274320"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171450" indent="-171450" algn="l" rtl="0">
              <a:buFont typeface="Arial" pitchFamily="34" charset="0"/>
              <a:buChar char="•"/>
            </a:pPr>
            <a:r>
              <a:rPr lang="en-US" sz="2000" b="0" i="0" baseline="0">
                <a:effectLst/>
                <a:latin typeface="Arial" pitchFamily="34" charset="0"/>
                <a:ea typeface="+mn-ea"/>
                <a:cs typeface="Arial" pitchFamily="34" charset="0"/>
              </a:rPr>
              <a:t>Attach screenshot of the screen/page/form here.</a:t>
            </a:r>
            <a:endParaRPr lang="en-US" sz="2000"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132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0C0BD4-90CF-4333-89AD-1344829B9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PH"/>
              <a:t>1.0 </a:t>
            </a:r>
            <a:r>
              <a:rPr lang="en-PH" i="1"/>
              <a:t>Screen Name Logic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90A091-AB7A-472D-A6ED-35082040EE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0070" y="1249838"/>
            <a:ext cx="13308330" cy="2598262"/>
          </a:xfrm>
          <a:prstGeom prst="rect">
            <a:avLst/>
          </a:prstGeom>
          <a:solidFill>
            <a:srgbClr val="FFFF00"/>
          </a:solidFill>
          <a:ln w="9360">
            <a:solidFill>
              <a:srgbClr val="000000"/>
            </a:solidFill>
            <a:round/>
            <a:headEnd/>
            <a:tailEnd/>
          </a:ln>
          <a:effectLst/>
        </p:spPr>
        <p:txBody>
          <a:bodyPr wrap="square" lIns="182880" tIns="182880" rIns="182880" bIns="274320" anchor="ctr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marL="171450" indent="-171450" algn="l" rtl="0">
              <a:buFont typeface="Arial" pitchFamily="34" charset="0"/>
              <a:buChar char="•"/>
            </a:pPr>
            <a:r>
              <a:rPr lang="en-US" sz="2000" b="0" i="0" baseline="0">
                <a:effectLst/>
                <a:latin typeface="Arial" pitchFamily="34" charset="0"/>
                <a:ea typeface="+mn-ea"/>
                <a:cs typeface="Arial" pitchFamily="34" charset="0"/>
              </a:rPr>
              <a:t> Logic statements should be short and concise.</a:t>
            </a:r>
          </a:p>
          <a:p>
            <a:pPr marL="171450" indent="-171450" algn="l" rtl="0">
              <a:buFont typeface="Arial" pitchFamily="34" charset="0"/>
              <a:buChar char="•"/>
            </a:pPr>
            <a:r>
              <a:rPr lang="en-US" sz="2000" b="0" i="0" baseline="0">
                <a:effectLst/>
                <a:latin typeface="Arial" pitchFamily="34" charset="0"/>
                <a:ea typeface="+mn-ea"/>
                <a:cs typeface="Arial" pitchFamily="34" charset="0"/>
              </a:rPr>
              <a:t> As much as possible, use phrases, not sentences to limit the use of words.</a:t>
            </a:r>
          </a:p>
          <a:p>
            <a:pPr algn="l" rtl="0">
              <a:lnSpc>
                <a:spcPts val="800"/>
              </a:lnSpc>
            </a:pPr>
            <a:endParaRPr lang="en-US" sz="2000" b="0" i="0" baseline="0">
              <a:effectLst/>
              <a:latin typeface="Arial" pitchFamily="34" charset="0"/>
              <a:ea typeface="+mn-ea"/>
              <a:cs typeface="Arial" pitchFamily="34" charset="0"/>
            </a:endParaRPr>
          </a:p>
          <a:p>
            <a:pPr marL="171450" indent="-171450" algn="l" rtl="0">
              <a:buFont typeface="Arial" pitchFamily="34" charset="0"/>
              <a:buChar char="•"/>
            </a:pPr>
            <a:r>
              <a:rPr lang="en-US" sz="2000" b="0" i="0" baseline="0">
                <a:effectLst/>
                <a:latin typeface="Arial" pitchFamily="34" charset="0"/>
                <a:ea typeface="+mn-ea"/>
                <a:cs typeface="Arial" pitchFamily="34" charset="0"/>
              </a:rPr>
              <a:t>Special logic and abnormal scenarios/cases shall be indicated.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2000" b="0" i="0" baseline="0">
                <a:effectLst/>
                <a:latin typeface="Arial" pitchFamily="34" charset="0"/>
                <a:ea typeface="+mn-ea"/>
                <a:cs typeface="Arial" pitchFamily="34" charset="0"/>
              </a:rPr>
              <a:t>No need to indicate common sense and self explanatory logic / cases anymore. </a:t>
            </a:r>
            <a:endParaRPr lang="en-US" sz="2000"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C0552-52EF-4C42-A024-7471381F1B8F}"/>
              </a:ext>
            </a:extLst>
          </p:cNvPr>
          <p:cNvSpPr txBox="1"/>
          <p:nvPr/>
        </p:nvSpPr>
        <p:spPr>
          <a:xfrm>
            <a:off x="1333500" y="2781300"/>
            <a:ext cx="664797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400" b="1" i="1">
                <a:latin typeface="Calibri" panose="020F0502020204030204" pitchFamily="34" charset="0"/>
                <a:cs typeface="Calibri" panose="020F0502020204030204" pitchFamily="34" charset="0"/>
              </a:rPr>
              <a:t>Screen Name</a:t>
            </a:r>
          </a:p>
          <a:p>
            <a:r>
              <a:rPr lang="en-PH" sz="2400">
                <a:latin typeface="Calibri" panose="020F0502020204030204" pitchFamily="34" charset="0"/>
                <a:cs typeface="Calibri" panose="020F0502020204030204" pitchFamily="34" charset="0"/>
              </a:rPr>
              <a:t>	 </a:t>
            </a:r>
            <a:r>
              <a:rPr lang="en-PH" sz="2400" b="1">
                <a:latin typeface="Calibri" panose="020F0502020204030204" pitchFamily="34" charset="0"/>
                <a:cs typeface="Calibri" panose="020F0502020204030204" pitchFamily="34" charset="0"/>
              </a:rPr>
              <a:t>Field1</a:t>
            </a:r>
          </a:p>
          <a:p>
            <a:r>
              <a:rPr lang="en-PH" sz="2400">
                <a:latin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PH" sz="2400">
                <a:latin typeface="Calibri" panose="020F0502020204030204" pitchFamily="34" charset="0"/>
                <a:cs typeface="Calibri" panose="020F0502020204030204" pitchFamily="34" charset="0"/>
              </a:rPr>
              <a:t>Logic</a:t>
            </a:r>
          </a:p>
          <a:p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	 </a:t>
            </a:r>
            <a:r>
              <a:rPr lang="en-US" sz="2400" b="1">
                <a:latin typeface="Calibri" panose="020F0502020204030204" pitchFamily="34" charset="0"/>
                <a:cs typeface="Calibri" panose="020F0502020204030204" pitchFamily="34" charset="0"/>
              </a:rPr>
              <a:t>Field 2</a:t>
            </a:r>
          </a:p>
          <a:p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		Action </a:t>
            </a:r>
          </a:p>
          <a:p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			Action Logic			</a:t>
            </a:r>
          </a:p>
          <a:p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			</a:t>
            </a:r>
          </a:p>
        </p:txBody>
      </p:sp>
    </p:spTree>
    <p:extLst>
      <p:ext uri="{BB962C8B-B14F-4D97-AF65-F5344CB8AC3E}">
        <p14:creationId xmlns:p14="http://schemas.microsoft.com/office/powerpoint/2010/main" val="1561089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339;p43"/>
          <p:cNvPicPr/>
          <p:nvPr/>
        </p:nvPicPr>
        <p:blipFill>
          <a:blip r:embed="rId2"/>
          <a:stretch/>
        </p:blipFill>
        <p:spPr>
          <a:xfrm>
            <a:off x="889920" y="-42480"/>
            <a:ext cx="23510160" cy="13800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revision>15</cp:revision>
  <dcterms:modified xsi:type="dcterms:W3CDTF">2025-08-22T11:59:44Z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8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8</vt:i4>
  </property>
</Properties>
</file>